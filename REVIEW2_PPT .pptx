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13716000" cy="24384000"/>
  <p:embeddedFontLst>
    <p:embeddedFont>
      <p:font typeface="Arial Black" panose="020B0A04020102020204" pitchFamily="34" charset="0"/>
      <p:bold r:id="rId21"/>
    </p:embeddedFont>
    <p:embeddedFont>
      <p:font typeface="EB Garamond" panose="000005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15:clr>
            <a:srgbClr val="A4A3A4"/>
          </p15:clr>
        </p15:guide>
        <p15:guide id="2" pos="456">
          <p15:clr>
            <a:srgbClr val="A4A3A4"/>
          </p15:clr>
        </p15:guide>
        <p15:guide id="3" orient="horz" pos="2616">
          <p15:clr>
            <a:srgbClr val="A4A3A4"/>
          </p15:clr>
        </p15:guide>
        <p15:guide id="4" orient="horz" pos="3264">
          <p15:clr>
            <a:srgbClr val="A4A3A4"/>
          </p15:clr>
        </p15:guide>
        <p15:guide id="5" pos="6912">
          <p15:clr>
            <a:srgbClr val="A4A3A4"/>
          </p15:clr>
        </p15:guide>
        <p15:guide id="6" orient="horz" pos="2136">
          <p15:clr>
            <a:srgbClr val="A4A3A4"/>
          </p15:clr>
        </p15:guide>
        <p15:guide id="7" orient="horz" pos="4008">
          <p15:clr>
            <a:srgbClr val="A4A3A4"/>
          </p15:clr>
        </p15:guide>
        <p15:guide id="8" orient="horz" pos="1152">
          <p15:clr>
            <a:srgbClr val="A4A3A4"/>
          </p15:clr>
        </p15:guide>
        <p15:guide id="9" orient="horz" pos="2352">
          <p15:clr>
            <a:srgbClr val="A4A3A4"/>
          </p15:clr>
        </p15:guide>
        <p15:guide id="10" orient="horz" pos="1512">
          <p15:clr>
            <a:srgbClr val="A4A3A4"/>
          </p15:clr>
        </p15:guide>
        <p15:guide id="11" pos="7680">
          <p15:clr>
            <a:srgbClr val="A4A3A4"/>
          </p15:clr>
        </p15:guide>
        <p15:guide id="12" pos="6696">
          <p15:clr>
            <a:srgbClr val="A4A3A4"/>
          </p15:clr>
        </p15:guide>
        <p15:guide id="13" pos="1008">
          <p15:clr>
            <a:srgbClr val="A4A3A4"/>
          </p15:clr>
        </p15:guide>
        <p15:guide id="14" pos="1584">
          <p15:clr>
            <a:srgbClr val="A4A3A4"/>
          </p15:clr>
        </p15:guide>
        <p15:guide id="15" pos="2136">
          <p15:clr>
            <a:srgbClr val="A4A3A4"/>
          </p15:clr>
        </p15:guide>
        <p15:guide id="16" pos="2760">
          <p15:clr>
            <a:srgbClr val="A4A3A4"/>
          </p15:clr>
        </p15:guide>
        <p15:guide id="17" pos="3288">
          <p15:clr>
            <a:srgbClr val="A4A3A4"/>
          </p15:clr>
        </p15:guide>
        <p15:guide id="18" pos="4032">
          <p15:clr>
            <a:srgbClr val="A4A3A4"/>
          </p15:clr>
        </p15:guide>
        <p15:guide id="19" pos="4392">
          <p15:clr>
            <a:srgbClr val="A4A3A4"/>
          </p15:clr>
        </p15:guide>
        <p15:guide id="20" pos="4944">
          <p15:clr>
            <a:srgbClr val="A4A3A4"/>
          </p15:clr>
        </p15:guide>
        <p15:guide id="21" pos="5544">
          <p15:clr>
            <a:srgbClr val="A4A3A4"/>
          </p15:clr>
        </p15:guide>
        <p15:guide id="22" pos="6072">
          <p15:clr>
            <a:srgbClr val="A4A3A4"/>
          </p15:clr>
        </p15:guide>
        <p15:guide id="23" orient="horz" pos="2448">
          <p15:clr>
            <a:srgbClr val="A4A3A4"/>
          </p15:clr>
        </p15:guide>
        <p15:guide id="24" orient="horz" pos="960">
          <p15:clr>
            <a:srgbClr val="A4A3A4"/>
          </p15:clr>
        </p15:guide>
        <p15:guide id="25" pos="5256">
          <p15:clr>
            <a:srgbClr val="A4A3A4"/>
          </p15:clr>
        </p15:guide>
        <p15:guide id="26" pos="726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imfUEdmhKCNNkUVL9kxt6gGfsxm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idhardha reddy Aredl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562" y="62"/>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tha Korepu" userId="acace4b98f9d14a6" providerId="LiveId" clId="{514A1301-C9F3-4309-8E4B-600AF472EDD6}"/>
    <pc:docChg chg="modSld">
      <pc:chgData name="Varshitha Korepu" userId="acace4b98f9d14a6" providerId="LiveId" clId="{514A1301-C9F3-4309-8E4B-600AF472EDD6}" dt="2026-04-13T02:50:45.606" v="10" actId="14100"/>
      <pc:docMkLst>
        <pc:docMk/>
      </pc:docMkLst>
      <pc:sldChg chg="modSp mod">
        <pc:chgData name="Varshitha Korepu" userId="acace4b98f9d14a6" providerId="LiveId" clId="{514A1301-C9F3-4309-8E4B-600AF472EDD6}" dt="2026-04-12T18:25:24.650" v="1" actId="20577"/>
        <pc:sldMkLst>
          <pc:docMk/>
          <pc:sldMk cId="0" sldId="259"/>
        </pc:sldMkLst>
        <pc:spChg chg="mod">
          <ac:chgData name="Varshitha Korepu" userId="acace4b98f9d14a6" providerId="LiveId" clId="{514A1301-C9F3-4309-8E4B-600AF472EDD6}" dt="2026-04-12T18:25:24.650" v="1" actId="20577"/>
          <ac:spMkLst>
            <pc:docMk/>
            <pc:sldMk cId="0" sldId="259"/>
            <ac:spMk id="269" creationId="{00000000-0000-0000-0000-000000000000}"/>
          </ac:spMkLst>
        </pc:spChg>
      </pc:sldChg>
      <pc:sldChg chg="addSp modSp mod">
        <pc:chgData name="Varshitha Korepu" userId="acace4b98f9d14a6" providerId="LiveId" clId="{514A1301-C9F3-4309-8E4B-600AF472EDD6}" dt="2026-04-13T02:50:45.606" v="10" actId="14100"/>
        <pc:sldMkLst>
          <pc:docMk/>
          <pc:sldMk cId="0" sldId="270"/>
        </pc:sldMkLst>
        <pc:picChg chg="add mod">
          <ac:chgData name="Varshitha Korepu" userId="acace4b98f9d14a6" providerId="LiveId" clId="{514A1301-C9F3-4309-8E4B-600AF472EDD6}" dt="2026-04-13T02:50:41.481" v="9" actId="14100"/>
          <ac:picMkLst>
            <pc:docMk/>
            <pc:sldMk cId="0" sldId="270"/>
            <ac:picMk id="4" creationId="{DDF6919F-CE66-2ED5-CE28-0912D456C09D}"/>
          </ac:picMkLst>
        </pc:picChg>
        <pc:picChg chg="mod">
          <ac:chgData name="Varshitha Korepu" userId="acace4b98f9d14a6" providerId="LiveId" clId="{514A1301-C9F3-4309-8E4B-600AF472EDD6}" dt="2026-04-13T02:50:45.606" v="10" actId="14100"/>
          <ac:picMkLst>
            <pc:docMk/>
            <pc:sldMk cId="0" sldId="270"/>
            <ac:picMk id="5" creationId="{2F7A6AE1-0FCB-A4BE-2856-5CE09B9F63B1}"/>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24-04-12T21:03:40.826" idx="1">
    <p:pos x="10" y="10"/>
    <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MIVzpb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450" y="1828800"/>
            <a:ext cx="9144450"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5222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1: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p2: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4: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4: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b9cecbd68f_0_46: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6" name="Google Shape;266;g2b9cecbd68f_0_46: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cdf3ccdc61_0_0: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2" name="Google Shape;272;g2cdf3ccdc61_0_0: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7: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8" name="Google Shape;278;p7: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b9eba2301a_0_0: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2b9eba2301a_0_0: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2: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32: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3: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33: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4: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34: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5: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35: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6: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36: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b9cecbd68f_0_56: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2b9cecbd68f_0_56: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cdf3ccdc61_0_7: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5" name="Google Shape;355;g2cdf3ccdc61_0_7: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8: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7: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6" name="Google Shape;376;p37: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9: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2" name="Google Shape;382;p9: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0:notes"/>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8" name="Google Shape;388;p10: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lt1"/>
        </a:solidFill>
        <a:effectLst/>
      </p:bgPr>
    </p:bg>
    <p:spTree>
      <p:nvGrpSpPr>
        <p:cNvPr id="1" name="Shape 10"/>
        <p:cNvGrpSpPr/>
        <p:nvPr/>
      </p:nvGrpSpPr>
      <p:grpSpPr>
        <a:xfrm>
          <a:off x="0" y="0"/>
          <a:ext cx="0" cy="0"/>
          <a:chOff x="0" y="0"/>
          <a:chExt cx="0" cy="0"/>
        </a:xfrm>
      </p:grpSpPr>
      <p:pic>
        <p:nvPicPr>
          <p:cNvPr id="11" name="Google Shape;11;p12" descr="https://www.cbit.ac.in/wp-content/uploads/2023/05/CBIT-LOGO-24.05.2023.-4.no_-1.png"/>
          <p:cNvPicPr preferRelativeResize="0"/>
          <p:nvPr/>
        </p:nvPicPr>
        <p:blipFill rotWithShape="1">
          <a:blip r:embed="rId2">
            <a:alphaModFix/>
          </a:blip>
          <a:srcRect/>
          <a:stretch/>
        </p:blipFill>
        <p:spPr>
          <a:xfrm>
            <a:off x="443675" y="189819"/>
            <a:ext cx="4324985" cy="1015984"/>
          </a:xfrm>
          <a:prstGeom prst="rect">
            <a:avLst/>
          </a:prstGeom>
          <a:noFill/>
          <a:ln>
            <a:noFill/>
          </a:ln>
        </p:spPr>
      </p:pic>
      <p:sp>
        <p:nvSpPr>
          <p:cNvPr id="12" name="Google Shape;12;p12"/>
          <p:cNvSpPr/>
          <p:nvPr/>
        </p:nvSpPr>
        <p:spPr>
          <a:xfrm>
            <a:off x="5363358" y="6411677"/>
            <a:ext cx="6828642"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US" sz="1200" b="0" i="1" u="none" strike="noStrike" cap="none">
                <a:solidFill>
                  <a:srgbClr val="202C8F"/>
                </a:solidFill>
                <a:latin typeface="EB Garamond"/>
                <a:ea typeface="EB Garamond"/>
                <a:cs typeface="EB Garamond"/>
                <a:sym typeface="EB Garamond"/>
              </a:rPr>
              <a:t>Review-1: Project Part-1, Department of Information Technology</a:t>
            </a:r>
            <a:endParaRPr sz="1200" b="0" i="1" u="none" strike="noStrike" cap="none">
              <a:solidFill>
                <a:srgbClr val="202C8F"/>
              </a:solidFill>
              <a:latin typeface="EB Garamond"/>
              <a:ea typeface="EB Garamond"/>
              <a:cs typeface="EB Garamond"/>
              <a:sym typeface="EB Garamon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3"/>
        <p:cNvGrpSpPr/>
        <p:nvPr/>
      </p:nvGrpSpPr>
      <p:grpSpPr>
        <a:xfrm>
          <a:off x="0" y="0"/>
          <a:ext cx="0" cy="0"/>
          <a:chOff x="0" y="0"/>
          <a:chExt cx="0" cy="0"/>
        </a:xfrm>
      </p:grpSpPr>
      <p:grpSp>
        <p:nvGrpSpPr>
          <p:cNvPr id="14" name="Google Shape;14;p13"/>
          <p:cNvGrpSpPr/>
          <p:nvPr/>
        </p:nvGrpSpPr>
        <p:grpSpPr>
          <a:xfrm>
            <a:off x="6452303" y="3405019"/>
            <a:ext cx="5739697" cy="3467971"/>
            <a:chOff x="5009037" y="2525712"/>
            <a:chExt cx="7170193" cy="4332288"/>
          </a:xfrm>
        </p:grpSpPr>
        <p:sp>
          <p:nvSpPr>
            <p:cNvPr id="15" name="Google Shape;15;p13"/>
            <p:cNvSpPr/>
            <p:nvPr/>
          </p:nvSpPr>
          <p:spPr>
            <a:xfrm>
              <a:off x="5009037" y="2525712"/>
              <a:ext cx="3601721" cy="4332288"/>
            </a:xfrm>
            <a:custGeom>
              <a:avLst/>
              <a:gdLst/>
              <a:ahLst/>
              <a:cxnLst/>
              <a:rect l="l" t="t" r="r" b="b"/>
              <a:pathLst>
                <a:path w="1198" h="1441" extrusionOk="0">
                  <a:moveTo>
                    <a:pt x="1198" y="0"/>
                  </a:moveTo>
                  <a:lnTo>
                    <a:pt x="0" y="1441"/>
                  </a:lnTo>
                  <a:lnTo>
                    <a:pt x="1198" y="1441"/>
                  </a:lnTo>
                  <a:lnTo>
                    <a:pt x="119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6" name="Google Shape;16;p13"/>
            <p:cNvSpPr/>
            <p:nvPr/>
          </p:nvSpPr>
          <p:spPr>
            <a:xfrm>
              <a:off x="8589536" y="2525712"/>
              <a:ext cx="3589694" cy="4332288"/>
            </a:xfrm>
            <a:custGeom>
              <a:avLst/>
              <a:gdLst/>
              <a:ahLst/>
              <a:cxnLst/>
              <a:rect l="l" t="t" r="r" b="b"/>
              <a:pathLst>
                <a:path w="1194" h="1441" extrusionOk="0">
                  <a:moveTo>
                    <a:pt x="0" y="0"/>
                  </a:moveTo>
                  <a:lnTo>
                    <a:pt x="1194" y="1441"/>
                  </a:lnTo>
                  <a:lnTo>
                    <a:pt x="0" y="144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grpSp>
      <p:grpSp>
        <p:nvGrpSpPr>
          <p:cNvPr id="17" name="Google Shape;17;p13"/>
          <p:cNvGrpSpPr/>
          <p:nvPr/>
        </p:nvGrpSpPr>
        <p:grpSpPr>
          <a:xfrm rot="10800000">
            <a:off x="6465610" y="0"/>
            <a:ext cx="5739697" cy="3467971"/>
            <a:chOff x="5183405" y="2678112"/>
            <a:chExt cx="7170193" cy="4332288"/>
          </a:xfrm>
        </p:grpSpPr>
        <p:sp>
          <p:nvSpPr>
            <p:cNvPr id="18" name="Google Shape;18;p13"/>
            <p:cNvSpPr/>
            <p:nvPr/>
          </p:nvSpPr>
          <p:spPr>
            <a:xfrm>
              <a:off x="5183405" y="2678112"/>
              <a:ext cx="3601721" cy="4332288"/>
            </a:xfrm>
            <a:custGeom>
              <a:avLst/>
              <a:gdLst/>
              <a:ahLst/>
              <a:cxnLst/>
              <a:rect l="l" t="t" r="r" b="b"/>
              <a:pathLst>
                <a:path w="1198" h="1441" extrusionOk="0">
                  <a:moveTo>
                    <a:pt x="1198" y="0"/>
                  </a:moveTo>
                  <a:lnTo>
                    <a:pt x="0" y="1441"/>
                  </a:lnTo>
                  <a:lnTo>
                    <a:pt x="1198" y="1441"/>
                  </a:lnTo>
                  <a:lnTo>
                    <a:pt x="1198"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9" name="Google Shape;19;p13"/>
            <p:cNvSpPr/>
            <p:nvPr/>
          </p:nvSpPr>
          <p:spPr>
            <a:xfrm>
              <a:off x="8763903" y="2678112"/>
              <a:ext cx="3589695" cy="4332288"/>
            </a:xfrm>
            <a:custGeom>
              <a:avLst/>
              <a:gdLst/>
              <a:ahLst/>
              <a:cxnLst/>
              <a:rect l="l" t="t" r="r" b="b"/>
              <a:pathLst>
                <a:path w="1194" h="1441" extrusionOk="0">
                  <a:moveTo>
                    <a:pt x="0" y="0"/>
                  </a:moveTo>
                  <a:lnTo>
                    <a:pt x="1194" y="1441"/>
                  </a:lnTo>
                  <a:lnTo>
                    <a:pt x="0" y="1441"/>
                  </a:lnTo>
                  <a:lnTo>
                    <a:pt x="0"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grpSp>
      <p:sp>
        <p:nvSpPr>
          <p:cNvPr id="20" name="Google Shape;20;p13" descr="preencoded.png"/>
          <p:cNvSpPr/>
          <p:nvPr/>
        </p:nvSpPr>
        <p:spPr>
          <a:xfrm>
            <a:off x="7642518" y="4577658"/>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1" name="Google Shape;21;p13"/>
          <p:cNvSpPr txBox="1">
            <a:spLocks noGrp="1"/>
          </p:cNvSpPr>
          <p:nvPr>
            <p:ph type="title"/>
          </p:nvPr>
        </p:nvSpPr>
        <p:spPr>
          <a:xfrm>
            <a:off x="1499616" y="1901952"/>
            <a:ext cx="5693664" cy="768096"/>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body" idx="1"/>
          </p:nvPr>
        </p:nvSpPr>
        <p:spPr>
          <a:xfrm>
            <a:off x="1499616" y="2770632"/>
            <a:ext cx="5693664" cy="312216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0"/>
              </a:spcBef>
              <a:spcAft>
                <a:spcPts val="0"/>
              </a:spcAft>
              <a:buClr>
                <a:schemeClr val="accent6"/>
              </a:buClr>
              <a:buSzPts val="2400"/>
              <a:buNone/>
              <a:defRPr sz="2400"/>
            </a:lvl1pPr>
            <a:lvl2pPr marL="914400" lvl="1" indent="-355600" algn="l">
              <a:lnSpc>
                <a:spcPct val="150000"/>
              </a:lnSpc>
              <a:spcBef>
                <a:spcPts val="0"/>
              </a:spcBef>
              <a:spcAft>
                <a:spcPts val="0"/>
              </a:spcAft>
              <a:buClr>
                <a:schemeClr val="accent6"/>
              </a:buClr>
              <a:buSzPts val="2000"/>
              <a:buChar char="•"/>
              <a:defRPr sz="2000"/>
            </a:lvl2pPr>
            <a:lvl3pPr marL="1371600" lvl="2" indent="-342900" algn="l">
              <a:lnSpc>
                <a:spcPct val="150000"/>
              </a:lnSpc>
              <a:spcBef>
                <a:spcPts val="0"/>
              </a:spcBef>
              <a:spcAft>
                <a:spcPts val="0"/>
              </a:spcAft>
              <a:buClr>
                <a:schemeClr val="accent6"/>
              </a:buClr>
              <a:buSzPts val="1800"/>
              <a:buChar char="•"/>
              <a:defRPr sz="1800"/>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3" name="Google Shape;23;p13"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24" name="Google Shape;24;p13"/>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type="obj">
  <p:cSld name="OBJECT">
    <p:spTree>
      <p:nvGrpSpPr>
        <p:cNvPr id="1" name="Shape 25"/>
        <p:cNvGrpSpPr/>
        <p:nvPr/>
      </p:nvGrpSpPr>
      <p:grpSpPr>
        <a:xfrm>
          <a:off x="0" y="0"/>
          <a:ext cx="0" cy="0"/>
          <a:chOff x="0" y="0"/>
          <a:chExt cx="0" cy="0"/>
        </a:xfrm>
      </p:grpSpPr>
      <p:sp>
        <p:nvSpPr>
          <p:cNvPr id="26" name="Google Shape;26;p14"/>
          <p:cNvSpPr/>
          <p:nvPr/>
        </p:nvSpPr>
        <p:spPr>
          <a:xfrm>
            <a:off x="0" y="3427336"/>
            <a:ext cx="3430200" cy="3430665"/>
          </a:xfrm>
          <a:custGeom>
            <a:avLst/>
            <a:gdLst/>
            <a:ahLst/>
            <a:cxnLst/>
            <a:rect l="l" t="t" r="r" b="b"/>
            <a:pathLst>
              <a:path w="3430200" h="3430665" extrusionOk="0">
                <a:moveTo>
                  <a:pt x="0" y="0"/>
                </a:moveTo>
                <a:lnTo>
                  <a:pt x="3430200" y="0"/>
                </a:lnTo>
                <a:lnTo>
                  <a:pt x="3430200" y="3430665"/>
                </a:lnTo>
                <a:lnTo>
                  <a:pt x="0" y="3430665"/>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7" name="Google Shape;27;p14"/>
          <p:cNvSpPr/>
          <p:nvPr/>
        </p:nvSpPr>
        <p:spPr>
          <a:xfrm>
            <a:off x="0" y="3427336"/>
            <a:ext cx="3430200" cy="3430665"/>
          </a:xfrm>
          <a:custGeom>
            <a:avLst/>
            <a:gdLst/>
            <a:ahLst/>
            <a:cxnLst/>
            <a:rect l="l" t="t" r="r" b="b"/>
            <a:pathLst>
              <a:path w="3430200" h="3430665" extrusionOk="0">
                <a:moveTo>
                  <a:pt x="3430200" y="0"/>
                </a:moveTo>
                <a:lnTo>
                  <a:pt x="3430200" y="3430665"/>
                </a:lnTo>
                <a:lnTo>
                  <a:pt x="0" y="3430665"/>
                </a:lnTo>
                <a:lnTo>
                  <a:pt x="0" y="341753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8" name="Google Shape;28;p14"/>
          <p:cNvSpPr/>
          <p:nvPr/>
        </p:nvSpPr>
        <p:spPr>
          <a:xfrm>
            <a:off x="1" y="-27431"/>
            <a:ext cx="3423785" cy="3437345"/>
          </a:xfrm>
          <a:custGeom>
            <a:avLst/>
            <a:gdLst/>
            <a:ahLst/>
            <a:cxnLst/>
            <a:rect l="l" t="t" r="r" b="b"/>
            <a:pathLst>
              <a:path w="3423785" h="3437345" extrusionOk="0">
                <a:moveTo>
                  <a:pt x="0" y="0"/>
                </a:moveTo>
                <a:lnTo>
                  <a:pt x="3423785" y="0"/>
                </a:lnTo>
                <a:lnTo>
                  <a:pt x="3423785" y="3437345"/>
                </a:lnTo>
                <a:lnTo>
                  <a:pt x="0" y="3437345"/>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9" name="Google Shape;29;p14"/>
          <p:cNvSpPr txBox="1">
            <a:spLocks noGrp="1"/>
          </p:cNvSpPr>
          <p:nvPr>
            <p:ph type="title"/>
          </p:nvPr>
        </p:nvSpPr>
        <p:spPr>
          <a:xfrm>
            <a:off x="4224528" y="2276856"/>
            <a:ext cx="6766560" cy="768096"/>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accent6"/>
              </a:buClr>
              <a:buSzPts val="4400"/>
              <a:buFont typeface="Arial Blac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4"/>
          <p:cNvSpPr txBox="1">
            <a:spLocks noGrp="1"/>
          </p:cNvSpPr>
          <p:nvPr>
            <p:ph type="body" idx="1"/>
          </p:nvPr>
        </p:nvSpPr>
        <p:spPr>
          <a:xfrm>
            <a:off x="4224528" y="3222752"/>
            <a:ext cx="6766560" cy="270052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accent6"/>
              </a:buClr>
              <a:buSzPts val="1500"/>
              <a:buNone/>
              <a:defRPr sz="1500"/>
            </a:lvl1pPr>
            <a:lvl2pPr marL="914400" lvl="1" indent="-323850" algn="l">
              <a:lnSpc>
                <a:spcPct val="100000"/>
              </a:lnSpc>
              <a:spcBef>
                <a:spcPts val="360"/>
              </a:spcBef>
              <a:spcAft>
                <a:spcPts val="0"/>
              </a:spcAft>
              <a:buClr>
                <a:schemeClr val="accent6"/>
              </a:buClr>
              <a:buSzPts val="1500"/>
              <a:buChar char="•"/>
              <a:defRPr sz="1500"/>
            </a:lvl2pPr>
            <a:lvl3pPr marL="1371600" lvl="2" indent="-323850" algn="l">
              <a:lnSpc>
                <a:spcPct val="100000"/>
              </a:lnSpc>
              <a:spcBef>
                <a:spcPts val="360"/>
              </a:spcBef>
              <a:spcAft>
                <a:spcPts val="0"/>
              </a:spcAft>
              <a:buClr>
                <a:schemeClr val="accent6"/>
              </a:buClr>
              <a:buSzPts val="1500"/>
              <a:buChar char="•"/>
              <a:defRPr sz="1500"/>
            </a:lvl3pPr>
            <a:lvl4pPr marL="1828800" lvl="3" indent="-323850" algn="l">
              <a:lnSpc>
                <a:spcPct val="100000"/>
              </a:lnSpc>
              <a:spcBef>
                <a:spcPts val="360"/>
              </a:spcBef>
              <a:spcAft>
                <a:spcPts val="0"/>
              </a:spcAft>
              <a:buClr>
                <a:schemeClr val="accent6"/>
              </a:buClr>
              <a:buSzPts val="1500"/>
              <a:buChar char="•"/>
              <a:defRPr sz="1500"/>
            </a:lvl4pPr>
            <a:lvl5pPr marL="2286000" lvl="4" indent="-323850" algn="l">
              <a:lnSpc>
                <a:spcPct val="100000"/>
              </a:lnSpc>
              <a:spcBef>
                <a:spcPts val="360"/>
              </a:spcBef>
              <a:spcAft>
                <a:spcPts val="0"/>
              </a:spcAft>
              <a:buClr>
                <a:schemeClr val="accent6"/>
              </a:buClr>
              <a:buSzPts val="1500"/>
              <a:buChar char="•"/>
              <a:defRPr sz="15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4"/>
          <p:cNvSpPr txBox="1">
            <a:spLocks noGrp="1"/>
          </p:cNvSpPr>
          <p:nvPr>
            <p:ph type="ftr" idx="11"/>
          </p:nvPr>
        </p:nvSpPr>
        <p:spPr>
          <a:xfrm>
            <a:off x="4224528"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33" name="Google Shape;33;p14"/>
          <p:cNvSpPr/>
          <p:nvPr/>
        </p:nvSpPr>
        <p:spPr>
          <a:xfrm>
            <a:off x="1" y="869"/>
            <a:ext cx="3423785" cy="3436477"/>
          </a:xfrm>
          <a:custGeom>
            <a:avLst/>
            <a:gdLst/>
            <a:ahLst/>
            <a:cxnLst/>
            <a:rect l="l" t="t" r="r" b="b"/>
            <a:pathLst>
              <a:path w="3423785" h="3436477" extrusionOk="0">
                <a:moveTo>
                  <a:pt x="0" y="0"/>
                </a:moveTo>
                <a:lnTo>
                  <a:pt x="3423785" y="3436477"/>
                </a:lnTo>
                <a:lnTo>
                  <a:pt x="0" y="343647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34" name="Google Shape;34;p14"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35" name="Google Shape;35;p14"/>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 type="title">
  <p:cSld name="TITLE">
    <p:bg>
      <p:bgPr>
        <a:solidFill>
          <a:schemeClr val="accent6"/>
        </a:solidFill>
        <a:effectLst/>
      </p:bgPr>
    </p:bg>
    <p:spTree>
      <p:nvGrpSpPr>
        <p:cNvPr id="1" name="Shape 36"/>
        <p:cNvGrpSpPr/>
        <p:nvPr/>
      </p:nvGrpSpPr>
      <p:grpSpPr>
        <a:xfrm>
          <a:off x="0" y="0"/>
          <a:ext cx="0" cy="0"/>
          <a:chOff x="0" y="0"/>
          <a:chExt cx="0" cy="0"/>
        </a:xfrm>
      </p:grpSpPr>
      <p:sp>
        <p:nvSpPr>
          <p:cNvPr id="37" name="Google Shape;37;p15"/>
          <p:cNvSpPr/>
          <p:nvPr/>
        </p:nvSpPr>
        <p:spPr>
          <a:xfrm>
            <a:off x="0" y="0"/>
            <a:ext cx="8948738" cy="6858000"/>
          </a:xfrm>
          <a:custGeom>
            <a:avLst/>
            <a:gdLst/>
            <a:ahLst/>
            <a:cxnLst/>
            <a:rect l="l" t="t" r="r" b="b"/>
            <a:pathLst>
              <a:path w="8948738" h="6858000" extrusionOk="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38" name="Google Shape;38;p15" descr="preencoded.png"/>
          <p:cNvSpPr/>
          <p:nvPr/>
        </p:nvSpPr>
        <p:spPr>
          <a:xfrm>
            <a:off x="7538626" y="13142"/>
            <a:ext cx="4653374" cy="6831717"/>
          </a:xfrm>
          <a:custGeom>
            <a:avLst/>
            <a:gdLst/>
            <a:ahLst/>
            <a:cxnLst/>
            <a:rect l="l" t="t" r="r" b="b"/>
            <a:pathLst>
              <a:path w="4653374" h="6831717" extrusionOk="0">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39" name="Google Shape;39;p15" descr="preencoded.png"/>
          <p:cNvPicPr preferRelativeResize="0"/>
          <p:nvPr/>
        </p:nvPicPr>
        <p:blipFill rotWithShape="1">
          <a:blip r:embed="rId2">
            <a:alphaModFix/>
          </a:blip>
          <a:srcRect/>
          <a:stretch/>
        </p:blipFill>
        <p:spPr>
          <a:xfrm>
            <a:off x="8737234" y="-25041"/>
            <a:ext cx="3432191" cy="3432191"/>
          </a:xfrm>
          <a:prstGeom prst="rect">
            <a:avLst/>
          </a:prstGeom>
          <a:noFill/>
          <a:ln>
            <a:noFill/>
          </a:ln>
        </p:spPr>
      </p:pic>
      <p:sp>
        <p:nvSpPr>
          <p:cNvPr id="40" name="Google Shape;40;p15"/>
          <p:cNvSpPr txBox="1">
            <a:spLocks noGrp="1"/>
          </p:cNvSpPr>
          <p:nvPr>
            <p:ph type="ctrTitle"/>
          </p:nvPr>
        </p:nvSpPr>
        <p:spPr>
          <a:xfrm>
            <a:off x="1527048" y="1975104"/>
            <a:ext cx="4169664" cy="667512"/>
          </a:xfrm>
          <a:prstGeom prst="rect">
            <a:avLst/>
          </a:prstGeom>
          <a:noFill/>
          <a:ln>
            <a:noFill/>
          </a:ln>
        </p:spPr>
        <p:txBody>
          <a:bodyPr spcFirstLastPara="1" wrap="square" lIns="91425" tIns="0" rIns="91425" bIns="45700" anchor="b" anchorCtr="0">
            <a:noAutofit/>
          </a:bodyPr>
          <a:lstStyle>
            <a:lvl1pPr lvl="0" algn="l">
              <a:lnSpc>
                <a:spcPct val="110795"/>
              </a:lnSpc>
              <a:spcBef>
                <a:spcPts val="0"/>
              </a:spcBef>
              <a:spcAft>
                <a:spcPts val="0"/>
              </a:spcAft>
              <a:buClr>
                <a:schemeClr val="accent6"/>
              </a:buClr>
              <a:buSzPts val="4400"/>
              <a:buFont typeface="Arial Black"/>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5"/>
          <p:cNvSpPr txBox="1">
            <a:spLocks noGrp="1"/>
          </p:cNvSpPr>
          <p:nvPr>
            <p:ph type="subTitle" idx="1"/>
          </p:nvPr>
        </p:nvSpPr>
        <p:spPr>
          <a:xfrm>
            <a:off x="1545336" y="2846832"/>
            <a:ext cx="4169664" cy="2176272"/>
          </a:xfrm>
          <a:prstGeom prst="rect">
            <a:avLst/>
          </a:prstGeom>
          <a:noFill/>
          <a:ln>
            <a:noFill/>
          </a:ln>
        </p:spPr>
        <p:txBody>
          <a:bodyPr spcFirstLastPara="1" wrap="square" lIns="91425" tIns="0" rIns="91425" bIns="0" anchor="t" anchorCtr="0">
            <a:normAutofit/>
          </a:bodyPr>
          <a:lstStyle>
            <a:lvl1pPr lvl="0" algn="l">
              <a:lnSpc>
                <a:spcPct val="100000"/>
              </a:lnSpc>
              <a:spcBef>
                <a:spcPts val="576"/>
              </a:spcBef>
              <a:spcAft>
                <a:spcPts val="0"/>
              </a:spcAft>
              <a:buClr>
                <a:schemeClr val="accent6"/>
              </a:buClr>
              <a:buSzPts val="2400"/>
              <a:buNone/>
              <a:defRPr sz="2400"/>
            </a:lvl1pPr>
            <a:lvl2pPr lvl="1" algn="ctr">
              <a:lnSpc>
                <a:spcPct val="100000"/>
              </a:lnSpc>
              <a:spcBef>
                <a:spcPts val="360"/>
              </a:spcBef>
              <a:spcAft>
                <a:spcPts val="0"/>
              </a:spcAft>
              <a:buClr>
                <a:schemeClr val="accent6"/>
              </a:buClr>
              <a:buSzPts val="2000"/>
              <a:buNone/>
              <a:defRPr sz="2000"/>
            </a:lvl2pPr>
            <a:lvl3pPr lvl="2" algn="ctr">
              <a:lnSpc>
                <a:spcPct val="100000"/>
              </a:lnSpc>
              <a:spcBef>
                <a:spcPts val="360"/>
              </a:spcBef>
              <a:spcAft>
                <a:spcPts val="0"/>
              </a:spcAft>
              <a:buClr>
                <a:schemeClr val="accent6"/>
              </a:buClr>
              <a:buSzPts val="1800"/>
              <a:buNone/>
              <a:defRPr sz="1800"/>
            </a:lvl3pPr>
            <a:lvl4pPr lvl="3" algn="ctr">
              <a:lnSpc>
                <a:spcPct val="100000"/>
              </a:lnSpc>
              <a:spcBef>
                <a:spcPts val="360"/>
              </a:spcBef>
              <a:spcAft>
                <a:spcPts val="0"/>
              </a:spcAft>
              <a:buClr>
                <a:schemeClr val="accent6"/>
              </a:buClr>
              <a:buSzPts val="1600"/>
              <a:buNone/>
              <a:defRPr sz="1600"/>
            </a:lvl4pPr>
            <a:lvl5pPr lvl="4" algn="ctr">
              <a:lnSpc>
                <a:spcPct val="100000"/>
              </a:lnSpc>
              <a:spcBef>
                <a:spcPts val="360"/>
              </a:spcBef>
              <a:spcAft>
                <a:spcPts val="0"/>
              </a:spcAft>
              <a:buClr>
                <a:schemeClr val="accent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2" name="Google Shape;42;p15" descr="https://www.cbit.ac.in/wp-content/uploads/2023/05/CBIT-LOGO-24.05.2023.-4.no_-1.png"/>
          <p:cNvPicPr preferRelativeResize="0"/>
          <p:nvPr/>
        </p:nvPicPr>
        <p:blipFill rotWithShape="1">
          <a:blip r:embed="rId3">
            <a:alphaModFix/>
          </a:blip>
          <a:srcRect/>
          <a:stretch/>
        </p:blipFill>
        <p:spPr>
          <a:xfrm>
            <a:off x="7642518" y="-9144"/>
            <a:ext cx="4324985" cy="1015984"/>
          </a:xfrm>
          <a:prstGeom prst="rect">
            <a:avLst/>
          </a:prstGeom>
          <a:noFill/>
          <a:ln>
            <a:noFill/>
          </a:ln>
        </p:spPr>
      </p:pic>
      <p:sp>
        <p:nvSpPr>
          <p:cNvPr id="43" name="Google Shape;43;p15"/>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hart">
  <p:cSld name="Title and Chart">
    <p:spTree>
      <p:nvGrpSpPr>
        <p:cNvPr id="1" name="Shape 44"/>
        <p:cNvGrpSpPr/>
        <p:nvPr/>
      </p:nvGrpSpPr>
      <p:grpSpPr>
        <a:xfrm>
          <a:off x="0" y="0"/>
          <a:ext cx="0" cy="0"/>
          <a:chOff x="0" y="0"/>
          <a:chExt cx="0" cy="0"/>
        </a:xfrm>
      </p:grpSpPr>
      <p:sp>
        <p:nvSpPr>
          <p:cNvPr id="45" name="Google Shape;45;p17"/>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46" name="Google Shape;46;p17"/>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body" idx="1"/>
          </p:nvPr>
        </p:nvSpPr>
        <p:spPr>
          <a:xfrm>
            <a:off x="539496" y="2103120"/>
            <a:ext cx="11119104" cy="4434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accent6"/>
              </a:buClr>
              <a:buSzPts val="1800"/>
              <a:buChar char="•"/>
              <a:defRPr sz="1800"/>
            </a:lvl1pPr>
            <a:lvl2pPr marL="914400" lvl="1" indent="-330200" algn="l">
              <a:lnSpc>
                <a:spcPct val="100000"/>
              </a:lnSpc>
              <a:spcBef>
                <a:spcPts val="360"/>
              </a:spcBef>
              <a:spcAft>
                <a:spcPts val="0"/>
              </a:spcAft>
              <a:buClr>
                <a:schemeClr val="accent6"/>
              </a:buClr>
              <a:buSzPts val="1600"/>
              <a:buChar char="•"/>
              <a:defRPr sz="1600"/>
            </a:lvl2pPr>
            <a:lvl3pPr marL="1371600" lvl="2" indent="-317500" algn="l">
              <a:lnSpc>
                <a:spcPct val="100000"/>
              </a:lnSpc>
              <a:spcBef>
                <a:spcPts val="360"/>
              </a:spcBef>
              <a:spcAft>
                <a:spcPts val="0"/>
              </a:spcAft>
              <a:buClr>
                <a:schemeClr val="accent6"/>
              </a:buClr>
              <a:buSzPts val="1400"/>
              <a:buChar char="•"/>
              <a:defRPr sz="14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50" name="Google Shape;50;p17"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51" name="Google Shape;51;p17"/>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52"/>
        <p:cNvGrpSpPr/>
        <p:nvPr/>
      </p:nvGrpSpPr>
      <p:grpSpPr>
        <a:xfrm>
          <a:off x="0" y="0"/>
          <a:ext cx="0" cy="0"/>
          <a:chOff x="0" y="0"/>
          <a:chExt cx="0" cy="0"/>
        </a:xfrm>
      </p:grpSpPr>
      <p:sp>
        <p:nvSpPr>
          <p:cNvPr id="53" name="Google Shape;53;p18"/>
          <p:cNvSpPr/>
          <p:nvPr/>
        </p:nvSpPr>
        <p:spPr>
          <a:xfrm>
            <a:off x="9866106" y="0"/>
            <a:ext cx="2325894" cy="2180854"/>
          </a:xfrm>
          <a:custGeom>
            <a:avLst/>
            <a:gdLst/>
            <a:ahLst/>
            <a:cxnLst/>
            <a:rect l="l" t="t" r="r" b="b"/>
            <a:pathLst>
              <a:path w="2325894" h="2180854" extrusionOk="0">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54" name="Google Shape;54;p18"/>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8"/>
          <p:cNvSpPr txBox="1">
            <a:spLocks noGrp="1"/>
          </p:cNvSpPr>
          <p:nvPr>
            <p:ph type="body" idx="1"/>
          </p:nvPr>
        </p:nvSpPr>
        <p:spPr>
          <a:xfrm>
            <a:off x="755904" y="2825496"/>
            <a:ext cx="10680192" cy="28346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accent6"/>
              </a:buClr>
              <a:buSzPts val="1800"/>
              <a:buChar char="•"/>
              <a:defRPr sz="1800"/>
            </a:lvl1pPr>
            <a:lvl2pPr marL="914400" lvl="1" indent="-330200" algn="l">
              <a:lnSpc>
                <a:spcPct val="100000"/>
              </a:lnSpc>
              <a:spcBef>
                <a:spcPts val="360"/>
              </a:spcBef>
              <a:spcAft>
                <a:spcPts val="0"/>
              </a:spcAft>
              <a:buClr>
                <a:schemeClr val="accent6"/>
              </a:buClr>
              <a:buSzPts val="1600"/>
              <a:buChar char="•"/>
              <a:defRPr sz="1600"/>
            </a:lvl2pPr>
            <a:lvl3pPr marL="1371600" lvl="2" indent="-317500" algn="l">
              <a:lnSpc>
                <a:spcPct val="100000"/>
              </a:lnSpc>
              <a:spcBef>
                <a:spcPts val="360"/>
              </a:spcBef>
              <a:spcAft>
                <a:spcPts val="0"/>
              </a:spcAft>
              <a:buClr>
                <a:schemeClr val="accent6"/>
              </a:buClr>
              <a:buSzPts val="1400"/>
              <a:buChar char="•"/>
              <a:defRPr sz="14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18"/>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58" name="Google Shape;58;p18"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59" name="Google Shape;59;p18"/>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am x4">
  <p:cSld name="Team x4">
    <p:spTree>
      <p:nvGrpSpPr>
        <p:cNvPr id="1" name="Shape 60"/>
        <p:cNvGrpSpPr/>
        <p:nvPr/>
      </p:nvGrpSpPr>
      <p:grpSpPr>
        <a:xfrm>
          <a:off x="0" y="0"/>
          <a:ext cx="0" cy="0"/>
          <a:chOff x="0" y="0"/>
          <a:chExt cx="0" cy="0"/>
        </a:xfrm>
      </p:grpSpPr>
      <p:sp>
        <p:nvSpPr>
          <p:cNvPr id="61" name="Google Shape;61;p20"/>
          <p:cNvSpPr/>
          <p:nvPr/>
        </p:nvSpPr>
        <p:spPr>
          <a:xfrm>
            <a:off x="-24064" y="3390900"/>
            <a:ext cx="12216063" cy="34671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50"/>
              <a:buFont typeface="Arial"/>
              <a:buNone/>
            </a:pPr>
            <a:endParaRPr sz="450" b="0" i="0" u="none" strike="noStrike" cap="none">
              <a:solidFill>
                <a:schemeClr val="lt1"/>
              </a:solidFill>
              <a:latin typeface="EB Garamond"/>
              <a:ea typeface="EB Garamond"/>
              <a:cs typeface="EB Garamond"/>
              <a:sym typeface="EB Garamond"/>
            </a:endParaRPr>
          </a:p>
        </p:txBody>
      </p:sp>
      <p:sp>
        <p:nvSpPr>
          <p:cNvPr id="62" name="Google Shape;62;p20"/>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65" name="Google Shape;65;p20"/>
          <p:cNvSpPr>
            <a:spLocks noGrp="1"/>
          </p:cNvSpPr>
          <p:nvPr>
            <p:ph type="pic" idx="2"/>
          </p:nvPr>
        </p:nvSpPr>
        <p:spPr>
          <a:xfrm>
            <a:off x="758905" y="2392023"/>
            <a:ext cx="2596896" cy="2596896"/>
          </a:xfrm>
          <a:prstGeom prst="rect">
            <a:avLst/>
          </a:prstGeom>
          <a:solidFill>
            <a:srgbClr val="E3E5BC"/>
          </a:solidFill>
          <a:ln>
            <a:noFill/>
          </a:ln>
        </p:spPr>
      </p:sp>
      <p:sp>
        <p:nvSpPr>
          <p:cNvPr id="66" name="Google Shape;66;p20"/>
          <p:cNvSpPr txBox="1">
            <a:spLocks noGrp="1"/>
          </p:cNvSpPr>
          <p:nvPr>
            <p:ph type="body" idx="1"/>
          </p:nvPr>
        </p:nvSpPr>
        <p:spPr>
          <a:xfrm>
            <a:off x="758905" y="4989515"/>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body" idx="3"/>
          </p:nvPr>
        </p:nvSpPr>
        <p:spPr>
          <a:xfrm>
            <a:off x="916885" y="5599755"/>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20"/>
          <p:cNvSpPr>
            <a:spLocks noGrp="1"/>
          </p:cNvSpPr>
          <p:nvPr>
            <p:ph type="pic" idx="4"/>
          </p:nvPr>
        </p:nvSpPr>
        <p:spPr>
          <a:xfrm>
            <a:off x="3517361" y="2392619"/>
            <a:ext cx="2596896" cy="2596896"/>
          </a:xfrm>
          <a:prstGeom prst="rect">
            <a:avLst/>
          </a:prstGeom>
          <a:solidFill>
            <a:srgbClr val="E3E5BC"/>
          </a:solidFill>
          <a:ln>
            <a:noFill/>
          </a:ln>
        </p:spPr>
      </p:sp>
      <p:sp>
        <p:nvSpPr>
          <p:cNvPr id="69" name="Google Shape;69;p20"/>
          <p:cNvSpPr txBox="1">
            <a:spLocks noGrp="1"/>
          </p:cNvSpPr>
          <p:nvPr>
            <p:ph type="body" idx="5"/>
          </p:nvPr>
        </p:nvSpPr>
        <p:spPr>
          <a:xfrm>
            <a:off x="3516747" y="4990111"/>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20"/>
          <p:cNvSpPr txBox="1">
            <a:spLocks noGrp="1"/>
          </p:cNvSpPr>
          <p:nvPr>
            <p:ph type="body" idx="6"/>
          </p:nvPr>
        </p:nvSpPr>
        <p:spPr>
          <a:xfrm>
            <a:off x="3674073" y="5600351"/>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0"/>
          <p:cNvSpPr>
            <a:spLocks noGrp="1"/>
          </p:cNvSpPr>
          <p:nvPr>
            <p:ph type="pic" idx="7"/>
          </p:nvPr>
        </p:nvSpPr>
        <p:spPr>
          <a:xfrm>
            <a:off x="6275817" y="2393215"/>
            <a:ext cx="2596896" cy="2596896"/>
          </a:xfrm>
          <a:prstGeom prst="rect">
            <a:avLst/>
          </a:prstGeom>
          <a:solidFill>
            <a:srgbClr val="E3E5BC"/>
          </a:solidFill>
          <a:ln>
            <a:noFill/>
          </a:ln>
        </p:spPr>
      </p:sp>
      <p:sp>
        <p:nvSpPr>
          <p:cNvPr id="72" name="Google Shape;72;p20"/>
          <p:cNvSpPr txBox="1">
            <a:spLocks noGrp="1"/>
          </p:cNvSpPr>
          <p:nvPr>
            <p:ph type="body" idx="8"/>
          </p:nvPr>
        </p:nvSpPr>
        <p:spPr>
          <a:xfrm>
            <a:off x="6274589" y="4990707"/>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0"/>
          <p:cNvSpPr txBox="1">
            <a:spLocks noGrp="1"/>
          </p:cNvSpPr>
          <p:nvPr>
            <p:ph type="body" idx="9"/>
          </p:nvPr>
        </p:nvSpPr>
        <p:spPr>
          <a:xfrm>
            <a:off x="6432529" y="5600947"/>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20"/>
          <p:cNvSpPr>
            <a:spLocks noGrp="1"/>
          </p:cNvSpPr>
          <p:nvPr>
            <p:ph type="pic" idx="13"/>
          </p:nvPr>
        </p:nvSpPr>
        <p:spPr>
          <a:xfrm>
            <a:off x="9034272" y="2393215"/>
            <a:ext cx="2596896" cy="2596896"/>
          </a:xfrm>
          <a:prstGeom prst="rect">
            <a:avLst/>
          </a:prstGeom>
          <a:solidFill>
            <a:srgbClr val="E3E5BC"/>
          </a:solidFill>
          <a:ln>
            <a:noFill/>
          </a:ln>
        </p:spPr>
      </p:sp>
      <p:sp>
        <p:nvSpPr>
          <p:cNvPr id="75" name="Google Shape;75;p20"/>
          <p:cNvSpPr txBox="1">
            <a:spLocks noGrp="1"/>
          </p:cNvSpPr>
          <p:nvPr>
            <p:ph type="body" idx="14"/>
          </p:nvPr>
        </p:nvSpPr>
        <p:spPr>
          <a:xfrm>
            <a:off x="9032431" y="4990707"/>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body" idx="15"/>
          </p:nvPr>
        </p:nvSpPr>
        <p:spPr>
          <a:xfrm>
            <a:off x="9190984" y="5600947"/>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77" name="Google Shape;77;p20"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78" name="Google Shape;78;p20"/>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am x8">
  <p:cSld name="Team x8">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758952" y="539496"/>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1"/>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1"/>
          <p:cNvSpPr txBox="1">
            <a:spLocks noGrp="1"/>
          </p:cNvSpPr>
          <p:nvPr>
            <p:ph type="sldNum" idx="12"/>
          </p:nvPr>
        </p:nvSpPr>
        <p:spPr>
          <a:xfrm>
            <a:off x="10972800"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83" name="Google Shape;83;p21"/>
          <p:cNvSpPr>
            <a:spLocks noGrp="1"/>
          </p:cNvSpPr>
          <p:nvPr>
            <p:ph type="pic" idx="2"/>
          </p:nvPr>
        </p:nvSpPr>
        <p:spPr>
          <a:xfrm>
            <a:off x="1271016" y="1545336"/>
            <a:ext cx="2029968" cy="1828800"/>
          </a:xfrm>
          <a:prstGeom prst="rect">
            <a:avLst/>
          </a:prstGeom>
          <a:solidFill>
            <a:srgbClr val="E3E5BC"/>
          </a:solidFill>
          <a:ln>
            <a:noFill/>
          </a:ln>
        </p:spPr>
      </p:sp>
      <p:sp>
        <p:nvSpPr>
          <p:cNvPr id="84" name="Google Shape;84;p21"/>
          <p:cNvSpPr txBox="1">
            <a:spLocks noGrp="1"/>
          </p:cNvSpPr>
          <p:nvPr>
            <p:ph type="body" idx="1"/>
          </p:nvPr>
        </p:nvSpPr>
        <p:spPr>
          <a:xfrm>
            <a:off x="1271016" y="3191256"/>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1"/>
          <p:cNvSpPr txBox="1">
            <a:spLocks noGrp="1"/>
          </p:cNvSpPr>
          <p:nvPr>
            <p:ph type="body" idx="3"/>
          </p:nvPr>
        </p:nvSpPr>
        <p:spPr>
          <a:xfrm>
            <a:off x="1271016"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21"/>
          <p:cNvSpPr>
            <a:spLocks noGrp="1"/>
          </p:cNvSpPr>
          <p:nvPr>
            <p:ph type="pic" idx="4"/>
          </p:nvPr>
        </p:nvSpPr>
        <p:spPr>
          <a:xfrm>
            <a:off x="1271016" y="4144264"/>
            <a:ext cx="2029968" cy="1828800"/>
          </a:xfrm>
          <a:prstGeom prst="rect">
            <a:avLst/>
          </a:prstGeom>
          <a:solidFill>
            <a:srgbClr val="E3E5BC"/>
          </a:solidFill>
          <a:ln>
            <a:noFill/>
          </a:ln>
        </p:spPr>
      </p:sp>
      <p:sp>
        <p:nvSpPr>
          <p:cNvPr id="87" name="Google Shape;87;p21"/>
          <p:cNvSpPr txBox="1">
            <a:spLocks noGrp="1"/>
          </p:cNvSpPr>
          <p:nvPr>
            <p:ph type="body" idx="5"/>
          </p:nvPr>
        </p:nvSpPr>
        <p:spPr>
          <a:xfrm>
            <a:off x="1271016" y="5790184"/>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21"/>
          <p:cNvSpPr txBox="1">
            <a:spLocks noGrp="1"/>
          </p:cNvSpPr>
          <p:nvPr>
            <p:ph type="body" idx="6"/>
          </p:nvPr>
        </p:nvSpPr>
        <p:spPr>
          <a:xfrm>
            <a:off x="1271016"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21"/>
          <p:cNvSpPr>
            <a:spLocks noGrp="1"/>
          </p:cNvSpPr>
          <p:nvPr>
            <p:ph type="pic" idx="7"/>
          </p:nvPr>
        </p:nvSpPr>
        <p:spPr>
          <a:xfrm>
            <a:off x="3828288" y="1545336"/>
            <a:ext cx="2029968" cy="1828800"/>
          </a:xfrm>
          <a:prstGeom prst="rect">
            <a:avLst/>
          </a:prstGeom>
          <a:solidFill>
            <a:srgbClr val="E3E5BC"/>
          </a:solidFill>
          <a:ln>
            <a:noFill/>
          </a:ln>
        </p:spPr>
      </p:sp>
      <p:sp>
        <p:nvSpPr>
          <p:cNvPr id="90" name="Google Shape;90;p21"/>
          <p:cNvSpPr txBox="1">
            <a:spLocks noGrp="1"/>
          </p:cNvSpPr>
          <p:nvPr>
            <p:ph type="body" idx="8"/>
          </p:nvPr>
        </p:nvSpPr>
        <p:spPr>
          <a:xfrm>
            <a:off x="3828288" y="3191256"/>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1"/>
          <p:cNvSpPr txBox="1">
            <a:spLocks noGrp="1"/>
          </p:cNvSpPr>
          <p:nvPr>
            <p:ph type="body" idx="9"/>
          </p:nvPr>
        </p:nvSpPr>
        <p:spPr>
          <a:xfrm>
            <a:off x="3828288"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1"/>
          <p:cNvSpPr>
            <a:spLocks noGrp="1"/>
          </p:cNvSpPr>
          <p:nvPr>
            <p:ph type="pic" idx="13"/>
          </p:nvPr>
        </p:nvSpPr>
        <p:spPr>
          <a:xfrm>
            <a:off x="3828288" y="4144264"/>
            <a:ext cx="2029968" cy="1828800"/>
          </a:xfrm>
          <a:prstGeom prst="rect">
            <a:avLst/>
          </a:prstGeom>
          <a:solidFill>
            <a:srgbClr val="E3E5BC"/>
          </a:solidFill>
          <a:ln>
            <a:noFill/>
          </a:ln>
        </p:spPr>
      </p:sp>
      <p:sp>
        <p:nvSpPr>
          <p:cNvPr id="93" name="Google Shape;93;p21"/>
          <p:cNvSpPr txBox="1">
            <a:spLocks noGrp="1"/>
          </p:cNvSpPr>
          <p:nvPr>
            <p:ph type="body" idx="14"/>
          </p:nvPr>
        </p:nvSpPr>
        <p:spPr>
          <a:xfrm>
            <a:off x="3828288" y="5790184"/>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21"/>
          <p:cNvSpPr txBox="1">
            <a:spLocks noGrp="1"/>
          </p:cNvSpPr>
          <p:nvPr>
            <p:ph type="body" idx="15"/>
          </p:nvPr>
        </p:nvSpPr>
        <p:spPr>
          <a:xfrm>
            <a:off x="3828288"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21"/>
          <p:cNvSpPr>
            <a:spLocks noGrp="1"/>
          </p:cNvSpPr>
          <p:nvPr>
            <p:ph type="pic" idx="16"/>
          </p:nvPr>
        </p:nvSpPr>
        <p:spPr>
          <a:xfrm>
            <a:off x="6385560" y="1545336"/>
            <a:ext cx="2029968" cy="1828800"/>
          </a:xfrm>
          <a:prstGeom prst="rect">
            <a:avLst/>
          </a:prstGeom>
          <a:solidFill>
            <a:srgbClr val="E3E5BC"/>
          </a:solidFill>
          <a:ln>
            <a:noFill/>
          </a:ln>
        </p:spPr>
      </p:sp>
      <p:sp>
        <p:nvSpPr>
          <p:cNvPr id="96" name="Google Shape;96;p21"/>
          <p:cNvSpPr txBox="1">
            <a:spLocks noGrp="1"/>
          </p:cNvSpPr>
          <p:nvPr>
            <p:ph type="body" idx="17"/>
          </p:nvPr>
        </p:nvSpPr>
        <p:spPr>
          <a:xfrm>
            <a:off x="6385560" y="3191256"/>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21"/>
          <p:cNvSpPr txBox="1">
            <a:spLocks noGrp="1"/>
          </p:cNvSpPr>
          <p:nvPr>
            <p:ph type="body" idx="18"/>
          </p:nvPr>
        </p:nvSpPr>
        <p:spPr>
          <a:xfrm>
            <a:off x="6385560"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21"/>
          <p:cNvSpPr>
            <a:spLocks noGrp="1"/>
          </p:cNvSpPr>
          <p:nvPr>
            <p:ph type="pic" idx="19"/>
          </p:nvPr>
        </p:nvSpPr>
        <p:spPr>
          <a:xfrm>
            <a:off x="6385560" y="4144264"/>
            <a:ext cx="2029968" cy="1828800"/>
          </a:xfrm>
          <a:prstGeom prst="rect">
            <a:avLst/>
          </a:prstGeom>
          <a:solidFill>
            <a:srgbClr val="E3E5BC"/>
          </a:solidFill>
          <a:ln>
            <a:noFill/>
          </a:ln>
        </p:spPr>
      </p:sp>
      <p:sp>
        <p:nvSpPr>
          <p:cNvPr id="99" name="Google Shape;99;p21"/>
          <p:cNvSpPr txBox="1">
            <a:spLocks noGrp="1"/>
          </p:cNvSpPr>
          <p:nvPr>
            <p:ph type="body" idx="20"/>
          </p:nvPr>
        </p:nvSpPr>
        <p:spPr>
          <a:xfrm>
            <a:off x="6385560" y="5790184"/>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21"/>
          </p:nvPr>
        </p:nvSpPr>
        <p:spPr>
          <a:xfrm>
            <a:off x="6385560"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21"/>
          <p:cNvSpPr>
            <a:spLocks noGrp="1"/>
          </p:cNvSpPr>
          <p:nvPr>
            <p:ph type="pic" idx="22"/>
          </p:nvPr>
        </p:nvSpPr>
        <p:spPr>
          <a:xfrm>
            <a:off x="8942832" y="1545336"/>
            <a:ext cx="2029968" cy="1828800"/>
          </a:xfrm>
          <a:prstGeom prst="rect">
            <a:avLst/>
          </a:prstGeom>
          <a:solidFill>
            <a:srgbClr val="E3E5BC"/>
          </a:solidFill>
          <a:ln>
            <a:noFill/>
          </a:ln>
        </p:spPr>
      </p:sp>
      <p:sp>
        <p:nvSpPr>
          <p:cNvPr id="102" name="Google Shape;102;p21"/>
          <p:cNvSpPr txBox="1">
            <a:spLocks noGrp="1"/>
          </p:cNvSpPr>
          <p:nvPr>
            <p:ph type="body" idx="23"/>
          </p:nvPr>
        </p:nvSpPr>
        <p:spPr>
          <a:xfrm>
            <a:off x="8942832" y="3191256"/>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21"/>
          <p:cNvSpPr txBox="1">
            <a:spLocks noGrp="1"/>
          </p:cNvSpPr>
          <p:nvPr>
            <p:ph type="body" idx="24"/>
          </p:nvPr>
        </p:nvSpPr>
        <p:spPr>
          <a:xfrm>
            <a:off x="8942832"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21"/>
          <p:cNvSpPr>
            <a:spLocks noGrp="1"/>
          </p:cNvSpPr>
          <p:nvPr>
            <p:ph type="pic" idx="25"/>
          </p:nvPr>
        </p:nvSpPr>
        <p:spPr>
          <a:xfrm>
            <a:off x="8942832" y="4144264"/>
            <a:ext cx="2029968" cy="1828800"/>
          </a:xfrm>
          <a:prstGeom prst="rect">
            <a:avLst/>
          </a:prstGeom>
          <a:solidFill>
            <a:srgbClr val="E3E5BC"/>
          </a:solidFill>
          <a:ln>
            <a:noFill/>
          </a:ln>
        </p:spPr>
      </p:sp>
      <p:sp>
        <p:nvSpPr>
          <p:cNvPr id="105" name="Google Shape;105;p21"/>
          <p:cNvSpPr txBox="1">
            <a:spLocks noGrp="1"/>
          </p:cNvSpPr>
          <p:nvPr>
            <p:ph type="body" idx="26"/>
          </p:nvPr>
        </p:nvSpPr>
        <p:spPr>
          <a:xfrm>
            <a:off x="8942832" y="5790184"/>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1"/>
          <p:cNvSpPr txBox="1">
            <a:spLocks noGrp="1"/>
          </p:cNvSpPr>
          <p:nvPr>
            <p:ph type="body" idx="27"/>
          </p:nvPr>
        </p:nvSpPr>
        <p:spPr>
          <a:xfrm>
            <a:off x="8942832"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07" name="Google Shape;107;p21" descr="https://www.cbit.ac.in/wp-content/uploads/2023/05/CBIT-LOGO-24.05.2023.-4.no_-1.png"/>
          <p:cNvPicPr preferRelativeResize="0"/>
          <p:nvPr/>
        </p:nvPicPr>
        <p:blipFill rotWithShape="1">
          <a:blip r:embed="rId2">
            <a:alphaModFix/>
          </a:blip>
          <a:srcRect/>
          <a:stretch/>
        </p:blipFill>
        <p:spPr>
          <a:xfrm>
            <a:off x="7642518" y="0"/>
            <a:ext cx="4324985" cy="1015984"/>
          </a:xfrm>
          <a:prstGeom prst="rect">
            <a:avLst/>
          </a:prstGeom>
          <a:noFill/>
          <a:ln>
            <a:noFill/>
          </a:ln>
        </p:spPr>
      </p:pic>
      <p:sp>
        <p:nvSpPr>
          <p:cNvPr id="108" name="Google Shape;108;p21"/>
          <p:cNvSpPr/>
          <p:nvPr/>
        </p:nvSpPr>
        <p:spPr>
          <a:xfrm>
            <a:off x="-124470" y="6405479"/>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5 Column">
  <p:cSld name="5 Column">
    <p:spTree>
      <p:nvGrpSpPr>
        <p:cNvPr id="1" name="Shape 109"/>
        <p:cNvGrpSpPr/>
        <p:nvPr/>
      </p:nvGrpSpPr>
      <p:grpSpPr>
        <a:xfrm>
          <a:off x="0" y="0"/>
          <a:ext cx="0" cy="0"/>
          <a:chOff x="0" y="0"/>
          <a:chExt cx="0" cy="0"/>
        </a:xfrm>
      </p:grpSpPr>
      <p:sp>
        <p:nvSpPr>
          <p:cNvPr id="110" name="Google Shape;110;p22"/>
          <p:cNvSpPr/>
          <p:nvPr/>
        </p:nvSpPr>
        <p:spPr>
          <a:xfrm>
            <a:off x="685338" y="3796480"/>
            <a:ext cx="2011680" cy="151790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EB Garamond"/>
              <a:ea typeface="EB Garamond"/>
              <a:cs typeface="EB Garamond"/>
              <a:sym typeface="EB Garamond"/>
            </a:endParaRPr>
          </a:p>
        </p:txBody>
      </p:sp>
      <p:sp>
        <p:nvSpPr>
          <p:cNvPr id="111" name="Google Shape;111;p22"/>
          <p:cNvSpPr/>
          <p:nvPr/>
        </p:nvSpPr>
        <p:spPr>
          <a:xfrm>
            <a:off x="2900911" y="3796480"/>
            <a:ext cx="2011680" cy="1517904"/>
          </a:xfrm>
          <a:prstGeom prst="rect">
            <a:avLst/>
          </a:prstGeom>
          <a:solidFill>
            <a:srgbClr val="DCE6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EB Garamond"/>
              <a:ea typeface="EB Garamond"/>
              <a:cs typeface="EB Garamond"/>
              <a:sym typeface="EB Garamond"/>
            </a:endParaRPr>
          </a:p>
        </p:txBody>
      </p:sp>
      <p:sp>
        <p:nvSpPr>
          <p:cNvPr id="112" name="Google Shape;112;p22"/>
          <p:cNvSpPr/>
          <p:nvPr/>
        </p:nvSpPr>
        <p:spPr>
          <a:xfrm>
            <a:off x="5116484" y="3796480"/>
            <a:ext cx="2011680" cy="151790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EB Garamond"/>
              <a:ea typeface="EB Garamond"/>
              <a:cs typeface="EB Garamond"/>
              <a:sym typeface="EB Garamond"/>
            </a:endParaRPr>
          </a:p>
        </p:txBody>
      </p:sp>
      <p:sp>
        <p:nvSpPr>
          <p:cNvPr id="113" name="Google Shape;113;p22"/>
          <p:cNvSpPr/>
          <p:nvPr/>
        </p:nvSpPr>
        <p:spPr>
          <a:xfrm>
            <a:off x="9547629" y="3796480"/>
            <a:ext cx="2011680" cy="151790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EB Garamond"/>
              <a:ea typeface="EB Garamond"/>
              <a:cs typeface="EB Garamond"/>
              <a:sym typeface="EB Garamond"/>
            </a:endParaRPr>
          </a:p>
        </p:txBody>
      </p:sp>
      <p:sp>
        <p:nvSpPr>
          <p:cNvPr id="114" name="Google Shape;114;p22"/>
          <p:cNvSpPr/>
          <p:nvPr/>
        </p:nvSpPr>
        <p:spPr>
          <a:xfrm>
            <a:off x="7332057" y="3796480"/>
            <a:ext cx="2011680" cy="1517904"/>
          </a:xfrm>
          <a:prstGeom prst="rect">
            <a:avLst/>
          </a:prstGeom>
          <a:solidFill>
            <a:srgbClr val="DCE6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EB Garamond"/>
              <a:ea typeface="EB Garamond"/>
              <a:cs typeface="EB Garamond"/>
              <a:sym typeface="EB Garamond"/>
            </a:endParaRPr>
          </a:p>
        </p:txBody>
      </p:sp>
      <p:sp>
        <p:nvSpPr>
          <p:cNvPr id="115" name="Google Shape;115;p22"/>
          <p:cNvSpPr txBox="1">
            <a:spLocks noGrp="1"/>
          </p:cNvSpPr>
          <p:nvPr>
            <p:ph type="title"/>
          </p:nvPr>
        </p:nvSpPr>
        <p:spPr>
          <a:xfrm>
            <a:off x="758952" y="841248"/>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22"/>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2"/>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118" name="Google Shape;118;p22"/>
          <p:cNvSpPr txBox="1">
            <a:spLocks noGrp="1"/>
          </p:cNvSpPr>
          <p:nvPr>
            <p:ph type="body" idx="1"/>
          </p:nvPr>
        </p:nvSpPr>
        <p:spPr>
          <a:xfrm>
            <a:off x="685338" y="2491684"/>
            <a:ext cx="2011680" cy="2825173"/>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9" name="Google Shape;119;p22"/>
          <p:cNvSpPr>
            <a:spLocks noGrp="1"/>
          </p:cNvSpPr>
          <p:nvPr>
            <p:ph type="pic" idx="2"/>
          </p:nvPr>
        </p:nvSpPr>
        <p:spPr>
          <a:xfrm>
            <a:off x="1339134" y="2111058"/>
            <a:ext cx="704088" cy="704088"/>
          </a:xfrm>
          <a:prstGeom prst="ellipse">
            <a:avLst/>
          </a:prstGeom>
          <a:solidFill>
            <a:schemeClr val="accent1"/>
          </a:solidFill>
          <a:ln>
            <a:noFill/>
          </a:ln>
        </p:spPr>
      </p:sp>
      <p:sp>
        <p:nvSpPr>
          <p:cNvPr id="120" name="Google Shape;120;p22"/>
          <p:cNvSpPr txBox="1">
            <a:spLocks noGrp="1"/>
          </p:cNvSpPr>
          <p:nvPr>
            <p:ph type="body" idx="3"/>
          </p:nvPr>
        </p:nvSpPr>
        <p:spPr>
          <a:xfrm>
            <a:off x="731058" y="3888404"/>
            <a:ext cx="1920240" cy="13716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22"/>
          <p:cNvSpPr txBox="1">
            <a:spLocks noGrp="1"/>
          </p:cNvSpPr>
          <p:nvPr>
            <p:ph type="body" idx="4"/>
          </p:nvPr>
        </p:nvSpPr>
        <p:spPr>
          <a:xfrm>
            <a:off x="2900910" y="2491684"/>
            <a:ext cx="2011680" cy="2825173"/>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2" name="Google Shape;122;p22"/>
          <p:cNvSpPr>
            <a:spLocks noGrp="1"/>
          </p:cNvSpPr>
          <p:nvPr>
            <p:ph type="pic" idx="5"/>
          </p:nvPr>
        </p:nvSpPr>
        <p:spPr>
          <a:xfrm>
            <a:off x="3554707" y="2111058"/>
            <a:ext cx="704088" cy="704088"/>
          </a:xfrm>
          <a:prstGeom prst="ellipse">
            <a:avLst/>
          </a:prstGeom>
          <a:solidFill>
            <a:schemeClr val="accent3"/>
          </a:solidFill>
          <a:ln>
            <a:noFill/>
          </a:ln>
        </p:spPr>
      </p:sp>
      <p:sp>
        <p:nvSpPr>
          <p:cNvPr id="123" name="Google Shape;123;p22"/>
          <p:cNvSpPr txBox="1">
            <a:spLocks noGrp="1"/>
          </p:cNvSpPr>
          <p:nvPr>
            <p:ph type="body" idx="6"/>
          </p:nvPr>
        </p:nvSpPr>
        <p:spPr>
          <a:xfrm>
            <a:off x="2946630" y="3888404"/>
            <a:ext cx="1920240" cy="13716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2"/>
          <p:cNvSpPr txBox="1">
            <a:spLocks noGrp="1"/>
          </p:cNvSpPr>
          <p:nvPr>
            <p:ph type="body" idx="7"/>
          </p:nvPr>
        </p:nvSpPr>
        <p:spPr>
          <a:xfrm>
            <a:off x="5116484" y="2491684"/>
            <a:ext cx="2011680" cy="2825173"/>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5" name="Google Shape;125;p22"/>
          <p:cNvSpPr>
            <a:spLocks noGrp="1"/>
          </p:cNvSpPr>
          <p:nvPr>
            <p:ph type="pic" idx="8"/>
          </p:nvPr>
        </p:nvSpPr>
        <p:spPr>
          <a:xfrm>
            <a:off x="5770280" y="2111058"/>
            <a:ext cx="704088" cy="704088"/>
          </a:xfrm>
          <a:prstGeom prst="ellipse">
            <a:avLst/>
          </a:prstGeom>
          <a:solidFill>
            <a:schemeClr val="accent1"/>
          </a:solidFill>
          <a:ln>
            <a:noFill/>
          </a:ln>
        </p:spPr>
      </p:sp>
      <p:sp>
        <p:nvSpPr>
          <p:cNvPr id="126" name="Google Shape;126;p22"/>
          <p:cNvSpPr txBox="1">
            <a:spLocks noGrp="1"/>
          </p:cNvSpPr>
          <p:nvPr>
            <p:ph type="body" idx="9"/>
          </p:nvPr>
        </p:nvSpPr>
        <p:spPr>
          <a:xfrm>
            <a:off x="5162204" y="3888404"/>
            <a:ext cx="1920240" cy="13716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22"/>
          <p:cNvSpPr txBox="1">
            <a:spLocks noGrp="1"/>
          </p:cNvSpPr>
          <p:nvPr>
            <p:ph type="body" idx="13"/>
          </p:nvPr>
        </p:nvSpPr>
        <p:spPr>
          <a:xfrm>
            <a:off x="7332057" y="2491684"/>
            <a:ext cx="2011680" cy="2825173"/>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8" name="Google Shape;128;p22"/>
          <p:cNvSpPr>
            <a:spLocks noGrp="1"/>
          </p:cNvSpPr>
          <p:nvPr>
            <p:ph type="pic" idx="14"/>
          </p:nvPr>
        </p:nvSpPr>
        <p:spPr>
          <a:xfrm>
            <a:off x="7985853" y="2111058"/>
            <a:ext cx="704088" cy="704088"/>
          </a:xfrm>
          <a:prstGeom prst="ellipse">
            <a:avLst/>
          </a:prstGeom>
          <a:solidFill>
            <a:schemeClr val="accent3"/>
          </a:solidFill>
          <a:ln>
            <a:noFill/>
          </a:ln>
        </p:spPr>
      </p:sp>
      <p:sp>
        <p:nvSpPr>
          <p:cNvPr id="129" name="Google Shape;129;p22"/>
          <p:cNvSpPr txBox="1">
            <a:spLocks noGrp="1"/>
          </p:cNvSpPr>
          <p:nvPr>
            <p:ph type="body" idx="15"/>
          </p:nvPr>
        </p:nvSpPr>
        <p:spPr>
          <a:xfrm>
            <a:off x="7377777" y="3888404"/>
            <a:ext cx="1920240" cy="13716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22"/>
          <p:cNvSpPr txBox="1">
            <a:spLocks noGrp="1"/>
          </p:cNvSpPr>
          <p:nvPr>
            <p:ph type="body" idx="16"/>
          </p:nvPr>
        </p:nvSpPr>
        <p:spPr>
          <a:xfrm>
            <a:off x="9547629" y="2491684"/>
            <a:ext cx="2011680" cy="2825173"/>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1" name="Google Shape;131;p22"/>
          <p:cNvSpPr>
            <a:spLocks noGrp="1"/>
          </p:cNvSpPr>
          <p:nvPr>
            <p:ph type="pic" idx="17"/>
          </p:nvPr>
        </p:nvSpPr>
        <p:spPr>
          <a:xfrm>
            <a:off x="10201425" y="2111058"/>
            <a:ext cx="704088" cy="704088"/>
          </a:xfrm>
          <a:prstGeom prst="ellipse">
            <a:avLst/>
          </a:prstGeom>
          <a:solidFill>
            <a:schemeClr val="accent1"/>
          </a:solidFill>
          <a:ln>
            <a:noFill/>
          </a:ln>
        </p:spPr>
      </p:sp>
      <p:sp>
        <p:nvSpPr>
          <p:cNvPr id="132" name="Google Shape;132;p22"/>
          <p:cNvSpPr txBox="1">
            <a:spLocks noGrp="1"/>
          </p:cNvSpPr>
          <p:nvPr>
            <p:ph type="body" idx="18"/>
          </p:nvPr>
        </p:nvSpPr>
        <p:spPr>
          <a:xfrm>
            <a:off x="9593349" y="3888404"/>
            <a:ext cx="1920240" cy="13716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33" name="Google Shape;133;p22"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134" name="Google Shape;134;p22"/>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35"/>
        <p:cNvGrpSpPr/>
        <p:nvPr/>
      </p:nvGrpSpPr>
      <p:grpSpPr>
        <a:xfrm>
          <a:off x="0" y="0"/>
          <a:ext cx="0" cy="0"/>
          <a:chOff x="0" y="0"/>
          <a:chExt cx="0" cy="0"/>
        </a:xfrm>
      </p:grpSpPr>
      <p:sp>
        <p:nvSpPr>
          <p:cNvPr id="136" name="Google Shape;136;p23"/>
          <p:cNvSpPr/>
          <p:nvPr/>
        </p:nvSpPr>
        <p:spPr>
          <a:xfrm>
            <a:off x="0" y="0"/>
            <a:ext cx="2838450" cy="2857958"/>
          </a:xfrm>
          <a:custGeom>
            <a:avLst/>
            <a:gdLst/>
            <a:ahLst/>
            <a:cxnLst/>
            <a:rect l="l" t="t" r="r" b="b"/>
            <a:pathLst>
              <a:path w="2838450" h="2857958" extrusionOk="0">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37" name="Google Shape;137;p23"/>
          <p:cNvSpPr/>
          <p:nvPr/>
        </p:nvSpPr>
        <p:spPr>
          <a:xfrm>
            <a:off x="1" y="-1"/>
            <a:ext cx="1970627" cy="1990267"/>
          </a:xfrm>
          <a:custGeom>
            <a:avLst/>
            <a:gdLst/>
            <a:ahLst/>
            <a:cxnLst/>
            <a:rect l="l" t="t" r="r" b="b"/>
            <a:pathLst>
              <a:path w="1970627" h="1990267" extrusionOk="0">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38" name="Google Shape;138;p23"/>
          <p:cNvSpPr/>
          <p:nvPr/>
        </p:nvSpPr>
        <p:spPr>
          <a:xfrm>
            <a:off x="1" y="1"/>
            <a:ext cx="1003449" cy="1013015"/>
          </a:xfrm>
          <a:custGeom>
            <a:avLst/>
            <a:gdLst/>
            <a:ahLst/>
            <a:cxnLst/>
            <a:rect l="l" t="t" r="r" b="b"/>
            <a:pathLst>
              <a:path w="1003449" h="1013015" extrusionOk="0">
                <a:moveTo>
                  <a:pt x="0" y="0"/>
                </a:moveTo>
                <a:lnTo>
                  <a:pt x="1003449" y="0"/>
                </a:lnTo>
                <a:lnTo>
                  <a:pt x="998306" y="100639"/>
                </a:lnTo>
                <a:cubicBezTo>
                  <a:pt x="949402" y="576784"/>
                  <a:pt x="566756" y="959471"/>
                  <a:pt x="90663" y="1008380"/>
                </a:cubicBezTo>
                <a:lnTo>
                  <a:pt x="0" y="101301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39" name="Google Shape;139;p23"/>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solidFill>
                  <a:schemeClr val="accent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23"/>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141" name="Google Shape;141;p23" descr="preencoded.png"/>
          <p:cNvSpPr/>
          <p:nvPr/>
        </p:nvSpPr>
        <p:spPr>
          <a:xfrm>
            <a:off x="1458332" y="590133"/>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42" name="Google Shape;142;p23"/>
          <p:cNvSpPr txBox="1">
            <a:spLocks noGrp="1"/>
          </p:cNvSpPr>
          <p:nvPr>
            <p:ph type="body" idx="1"/>
          </p:nvPr>
        </p:nvSpPr>
        <p:spPr>
          <a:xfrm>
            <a:off x="685338" y="3017520"/>
            <a:ext cx="1993392" cy="557784"/>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3" name="Google Shape;143;p23"/>
          <p:cNvSpPr txBox="1">
            <a:spLocks noGrp="1"/>
          </p:cNvSpPr>
          <p:nvPr>
            <p:ph type="body" idx="2"/>
          </p:nvPr>
        </p:nvSpPr>
        <p:spPr>
          <a:xfrm>
            <a:off x="2900911" y="3017520"/>
            <a:ext cx="1993392" cy="557784"/>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4" name="Google Shape;144;p23"/>
          <p:cNvSpPr txBox="1">
            <a:spLocks noGrp="1"/>
          </p:cNvSpPr>
          <p:nvPr>
            <p:ph type="body" idx="3"/>
          </p:nvPr>
        </p:nvSpPr>
        <p:spPr>
          <a:xfrm>
            <a:off x="5116484" y="3017520"/>
            <a:ext cx="1993392" cy="557784"/>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5" name="Google Shape;145;p23"/>
          <p:cNvSpPr txBox="1">
            <a:spLocks noGrp="1"/>
          </p:cNvSpPr>
          <p:nvPr>
            <p:ph type="body" idx="4"/>
          </p:nvPr>
        </p:nvSpPr>
        <p:spPr>
          <a:xfrm>
            <a:off x="7332057" y="3017520"/>
            <a:ext cx="1993392" cy="557784"/>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6" name="Google Shape;146;p23"/>
          <p:cNvSpPr txBox="1">
            <a:spLocks noGrp="1"/>
          </p:cNvSpPr>
          <p:nvPr>
            <p:ph type="body" idx="5"/>
          </p:nvPr>
        </p:nvSpPr>
        <p:spPr>
          <a:xfrm>
            <a:off x="9547629" y="3017520"/>
            <a:ext cx="1993392" cy="557784"/>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7" name="Google Shape;147;p23"/>
          <p:cNvSpPr txBox="1">
            <a:spLocks noGrp="1"/>
          </p:cNvSpPr>
          <p:nvPr>
            <p:ph type="body" idx="6"/>
          </p:nvPr>
        </p:nvSpPr>
        <p:spPr>
          <a:xfrm>
            <a:off x="685338" y="4745736"/>
            <a:ext cx="1993392" cy="795528"/>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23"/>
          <p:cNvSpPr txBox="1">
            <a:spLocks noGrp="1"/>
          </p:cNvSpPr>
          <p:nvPr>
            <p:ph type="body" idx="7"/>
          </p:nvPr>
        </p:nvSpPr>
        <p:spPr>
          <a:xfrm>
            <a:off x="2900911" y="4745736"/>
            <a:ext cx="1993392" cy="795528"/>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23"/>
          <p:cNvSpPr txBox="1">
            <a:spLocks noGrp="1"/>
          </p:cNvSpPr>
          <p:nvPr>
            <p:ph type="body" idx="8"/>
          </p:nvPr>
        </p:nvSpPr>
        <p:spPr>
          <a:xfrm>
            <a:off x="5116484" y="4745736"/>
            <a:ext cx="1993392" cy="795528"/>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23"/>
          <p:cNvSpPr txBox="1">
            <a:spLocks noGrp="1"/>
          </p:cNvSpPr>
          <p:nvPr>
            <p:ph type="body" idx="9"/>
          </p:nvPr>
        </p:nvSpPr>
        <p:spPr>
          <a:xfrm>
            <a:off x="7332057" y="4745736"/>
            <a:ext cx="1993392" cy="795528"/>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23"/>
          <p:cNvSpPr txBox="1">
            <a:spLocks noGrp="1"/>
          </p:cNvSpPr>
          <p:nvPr>
            <p:ph type="body" idx="13"/>
          </p:nvPr>
        </p:nvSpPr>
        <p:spPr>
          <a:xfrm>
            <a:off x="9547629" y="4745736"/>
            <a:ext cx="1993392" cy="795528"/>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52" name="Google Shape;152;p23"/>
          <p:cNvCxnSpPr/>
          <p:nvPr/>
        </p:nvCxnSpPr>
        <p:spPr>
          <a:xfrm>
            <a:off x="739398" y="4187681"/>
            <a:ext cx="10812360" cy="0"/>
          </a:xfrm>
          <a:prstGeom prst="straightConnector1">
            <a:avLst/>
          </a:prstGeom>
          <a:noFill/>
          <a:ln w="12700" cap="flat" cmpd="sng">
            <a:solidFill>
              <a:srgbClr val="F1D0D0"/>
            </a:solidFill>
            <a:prstDash val="solid"/>
            <a:miter lim="800000"/>
            <a:headEnd type="none" w="sm" len="sm"/>
            <a:tailEnd type="none" w="sm" len="sm"/>
          </a:ln>
        </p:spPr>
      </p:cxnSp>
      <p:pic>
        <p:nvPicPr>
          <p:cNvPr id="153" name="Google Shape;153;p23"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154" name="Google Shape;154;p23"/>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3986784" y="1243584"/>
            <a:ext cx="8165592" cy="768096"/>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24" descr="preencoded.png"/>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158" name="Google Shape;158;p24" descr="preencoded.png"/>
          <p:cNvPicPr preferRelativeResize="0"/>
          <p:nvPr/>
        </p:nvPicPr>
        <p:blipFill rotWithShape="1">
          <a:blip r:embed="rId2">
            <a:alphaModFix/>
          </a:blip>
          <a:srcRect/>
          <a:stretch/>
        </p:blipFill>
        <p:spPr>
          <a:xfrm>
            <a:off x="1703311" y="-2784"/>
            <a:ext cx="1734410" cy="5167313"/>
          </a:xfrm>
          <a:prstGeom prst="rect">
            <a:avLst/>
          </a:prstGeom>
          <a:noFill/>
          <a:ln>
            <a:noFill/>
          </a:ln>
        </p:spPr>
      </p:pic>
      <p:sp>
        <p:nvSpPr>
          <p:cNvPr id="159" name="Google Shape;159;p24"/>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039"/>
            </a:scheme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60" name="Google Shape;160;p24" descr="preencoded.png"/>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161" name="Google Shape;161;p24" descr="preencoded.png"/>
          <p:cNvPicPr preferRelativeResize="0"/>
          <p:nvPr/>
        </p:nvPicPr>
        <p:blipFill rotWithShape="1">
          <a:blip r:embed="rId3">
            <a:alphaModFix/>
          </a:blip>
          <a:srcRect/>
          <a:stretch/>
        </p:blipFill>
        <p:spPr>
          <a:xfrm>
            <a:off x="1718457" y="3440504"/>
            <a:ext cx="1719263" cy="1724025"/>
          </a:xfrm>
          <a:prstGeom prst="rect">
            <a:avLst/>
          </a:prstGeom>
          <a:noFill/>
          <a:ln>
            <a:noFill/>
          </a:ln>
        </p:spPr>
      </p:pic>
      <p:sp>
        <p:nvSpPr>
          <p:cNvPr id="162" name="Google Shape;162;p24"/>
          <p:cNvSpPr txBox="1">
            <a:spLocks noGrp="1"/>
          </p:cNvSpPr>
          <p:nvPr>
            <p:ph type="body" idx="1"/>
          </p:nvPr>
        </p:nvSpPr>
        <p:spPr>
          <a:xfrm>
            <a:off x="3977640" y="2330704"/>
            <a:ext cx="3822192" cy="41148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0"/>
              </a:spcBef>
              <a:spcAft>
                <a:spcPts val="0"/>
              </a:spcAft>
              <a:buClr>
                <a:schemeClr val="accent6"/>
              </a:buClr>
              <a:buSzPts val="1800"/>
              <a:buNone/>
              <a:defRPr sz="1800" b="1" cap="none">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3" name="Google Shape;163;p24"/>
          <p:cNvSpPr txBox="1">
            <a:spLocks noGrp="1"/>
          </p:cNvSpPr>
          <p:nvPr>
            <p:ph type="body" idx="2"/>
          </p:nvPr>
        </p:nvSpPr>
        <p:spPr>
          <a:xfrm>
            <a:off x="3685032" y="2877312"/>
            <a:ext cx="3741928" cy="3684588"/>
          </a:xfrm>
          <a:prstGeom prst="rect">
            <a:avLst/>
          </a:prstGeom>
          <a:noFill/>
          <a:ln>
            <a:noFill/>
          </a:ln>
        </p:spPr>
        <p:txBody>
          <a:bodyPr spcFirstLastPara="1" wrap="square" lIns="45700" tIns="45700" rIns="45700" bIns="45700" anchor="t" anchorCtr="0">
            <a:norm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24"/>
          <p:cNvSpPr txBox="1">
            <a:spLocks noGrp="1"/>
          </p:cNvSpPr>
          <p:nvPr>
            <p:ph type="body" idx="3"/>
          </p:nvPr>
        </p:nvSpPr>
        <p:spPr>
          <a:xfrm>
            <a:off x="8046720" y="2330704"/>
            <a:ext cx="3822192" cy="41148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0"/>
              </a:spcBef>
              <a:spcAft>
                <a:spcPts val="0"/>
              </a:spcAft>
              <a:buClr>
                <a:schemeClr val="accent6"/>
              </a:buClr>
              <a:buSzPts val="1800"/>
              <a:buNone/>
              <a:defRPr sz="1800" b="1" cap="none">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5" name="Google Shape;165;p24"/>
          <p:cNvSpPr txBox="1">
            <a:spLocks noGrp="1"/>
          </p:cNvSpPr>
          <p:nvPr>
            <p:ph type="body" idx="4"/>
          </p:nvPr>
        </p:nvSpPr>
        <p:spPr>
          <a:xfrm>
            <a:off x="7754112" y="2877312"/>
            <a:ext cx="3741928" cy="3684588"/>
          </a:xfrm>
          <a:prstGeom prst="rect">
            <a:avLst/>
          </a:prstGeom>
          <a:noFill/>
          <a:ln>
            <a:noFill/>
          </a:ln>
        </p:spPr>
        <p:txBody>
          <a:bodyPr spcFirstLastPara="1" wrap="square" lIns="45700" tIns="45700" rIns="45700" bIns="45700" anchor="t" anchorCtr="0">
            <a:norm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24"/>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167" name="Google Shape;167;p24" descr="https://www.cbit.ac.in/wp-content/uploads/2023/05/CBIT-LOGO-24.05.2023.-4.no_-1.png"/>
          <p:cNvPicPr preferRelativeResize="0"/>
          <p:nvPr/>
        </p:nvPicPr>
        <p:blipFill rotWithShape="1">
          <a:blip r:embed="rId4">
            <a:alphaModFix/>
          </a:blip>
          <a:srcRect/>
          <a:stretch/>
        </p:blipFill>
        <p:spPr>
          <a:xfrm>
            <a:off x="7642518" y="-9144"/>
            <a:ext cx="4324985" cy="1015984"/>
          </a:xfrm>
          <a:prstGeom prst="rect">
            <a:avLst/>
          </a:prstGeom>
          <a:noFill/>
          <a:ln>
            <a:noFill/>
          </a:ln>
        </p:spPr>
      </p:pic>
      <p:sp>
        <p:nvSpPr>
          <p:cNvPr id="168" name="Google Shape;168;p24"/>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69"/>
        <p:cNvGrpSpPr/>
        <p:nvPr/>
      </p:nvGrpSpPr>
      <p:grpSpPr>
        <a:xfrm>
          <a:off x="0" y="0"/>
          <a:ext cx="0" cy="0"/>
          <a:chOff x="0" y="0"/>
          <a:chExt cx="0" cy="0"/>
        </a:xfrm>
      </p:grpSpPr>
      <p:sp>
        <p:nvSpPr>
          <p:cNvPr id="170" name="Google Shape;170;p25"/>
          <p:cNvSpPr txBox="1">
            <a:spLocks noGrp="1"/>
          </p:cNvSpPr>
          <p:nvPr>
            <p:ph type="title"/>
          </p:nvPr>
        </p:nvSpPr>
        <p:spPr>
          <a:xfrm>
            <a:off x="758952" y="1234440"/>
            <a:ext cx="10671048" cy="76809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25"/>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25"/>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173" name="Google Shape;173;p25"/>
          <p:cNvSpPr txBox="1">
            <a:spLocks noGrp="1"/>
          </p:cNvSpPr>
          <p:nvPr>
            <p:ph type="body" idx="1"/>
          </p:nvPr>
        </p:nvSpPr>
        <p:spPr>
          <a:xfrm>
            <a:off x="713232" y="2743200"/>
            <a:ext cx="3328416" cy="3557016"/>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4" name="Google Shape;174;p25"/>
          <p:cNvSpPr>
            <a:spLocks noGrp="1"/>
          </p:cNvSpPr>
          <p:nvPr>
            <p:ph type="pic" idx="2"/>
          </p:nvPr>
        </p:nvSpPr>
        <p:spPr>
          <a:xfrm>
            <a:off x="1911096" y="2258568"/>
            <a:ext cx="932688" cy="932688"/>
          </a:xfrm>
          <a:prstGeom prst="ellipse">
            <a:avLst/>
          </a:prstGeom>
          <a:solidFill>
            <a:schemeClr val="accent3"/>
          </a:solidFill>
          <a:ln>
            <a:noFill/>
          </a:ln>
        </p:spPr>
      </p:sp>
      <p:sp>
        <p:nvSpPr>
          <p:cNvPr id="175" name="Google Shape;175;p25"/>
          <p:cNvSpPr txBox="1">
            <a:spLocks noGrp="1"/>
          </p:cNvSpPr>
          <p:nvPr>
            <p:ph type="body" idx="3"/>
          </p:nvPr>
        </p:nvSpPr>
        <p:spPr>
          <a:xfrm>
            <a:off x="992124" y="3950208"/>
            <a:ext cx="2770632" cy="2206752"/>
          </a:xfrm>
          <a:prstGeom prst="rect">
            <a:avLst/>
          </a:prstGeom>
          <a:noFill/>
          <a:ln>
            <a:noFill/>
          </a:ln>
        </p:spPr>
        <p:txBody>
          <a:bodyPr spcFirstLastPara="1" wrap="square" lIns="91425" tIns="45700" rIns="91425" bIns="45700" anchor="t" anchorCtr="0">
            <a:normAutofit/>
          </a:bodyPr>
          <a:lstStyle>
            <a:lvl1pPr marL="457200" lvl="0" indent="-323850" algn="l">
              <a:lnSpc>
                <a:spcPct val="100000"/>
              </a:lnSpc>
              <a:spcBef>
                <a:spcPts val="360"/>
              </a:spcBef>
              <a:spcAft>
                <a:spcPts val="0"/>
              </a:spcAft>
              <a:buClr>
                <a:schemeClr val="accent6"/>
              </a:buClr>
              <a:buSzPts val="1500"/>
              <a:buFont typeface="Arial"/>
              <a:buChar char="•"/>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25"/>
          <p:cNvSpPr txBox="1">
            <a:spLocks noGrp="1"/>
          </p:cNvSpPr>
          <p:nvPr>
            <p:ph type="body" idx="4"/>
          </p:nvPr>
        </p:nvSpPr>
        <p:spPr>
          <a:xfrm>
            <a:off x="4443984" y="2743200"/>
            <a:ext cx="3328416" cy="3557016"/>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7" name="Google Shape;177;p25"/>
          <p:cNvSpPr>
            <a:spLocks noGrp="1"/>
          </p:cNvSpPr>
          <p:nvPr>
            <p:ph type="pic" idx="5"/>
          </p:nvPr>
        </p:nvSpPr>
        <p:spPr>
          <a:xfrm>
            <a:off x="5641848" y="2258568"/>
            <a:ext cx="932688" cy="932688"/>
          </a:xfrm>
          <a:prstGeom prst="ellipse">
            <a:avLst/>
          </a:prstGeom>
          <a:solidFill>
            <a:schemeClr val="accent1"/>
          </a:solidFill>
          <a:ln>
            <a:noFill/>
          </a:ln>
        </p:spPr>
      </p:sp>
      <p:sp>
        <p:nvSpPr>
          <p:cNvPr id="178" name="Google Shape;178;p25"/>
          <p:cNvSpPr txBox="1">
            <a:spLocks noGrp="1"/>
          </p:cNvSpPr>
          <p:nvPr>
            <p:ph type="body" idx="6"/>
          </p:nvPr>
        </p:nvSpPr>
        <p:spPr>
          <a:xfrm>
            <a:off x="4722876" y="3950208"/>
            <a:ext cx="2770632" cy="2206752"/>
          </a:xfrm>
          <a:prstGeom prst="rect">
            <a:avLst/>
          </a:prstGeom>
          <a:noFill/>
          <a:ln>
            <a:noFill/>
          </a:ln>
        </p:spPr>
        <p:txBody>
          <a:bodyPr spcFirstLastPara="1" wrap="square" lIns="91425" tIns="45700" rIns="91425" bIns="45700" anchor="t" anchorCtr="0">
            <a:normAutofit/>
          </a:bodyPr>
          <a:lstStyle>
            <a:lvl1pPr marL="457200" lvl="0" indent="-323850" algn="l">
              <a:lnSpc>
                <a:spcPct val="100000"/>
              </a:lnSpc>
              <a:spcBef>
                <a:spcPts val="360"/>
              </a:spcBef>
              <a:spcAft>
                <a:spcPts val="0"/>
              </a:spcAft>
              <a:buClr>
                <a:schemeClr val="accent6"/>
              </a:buClr>
              <a:buSzPts val="1500"/>
              <a:buFont typeface="Arial"/>
              <a:buChar char="•"/>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9" name="Google Shape;179;p25"/>
          <p:cNvSpPr txBox="1">
            <a:spLocks noGrp="1"/>
          </p:cNvSpPr>
          <p:nvPr>
            <p:ph type="body" idx="7"/>
          </p:nvPr>
        </p:nvSpPr>
        <p:spPr>
          <a:xfrm>
            <a:off x="8092440" y="2743200"/>
            <a:ext cx="3328416" cy="3557016"/>
          </a:xfrm>
          <a:prstGeom prst="rect">
            <a:avLst/>
          </a:prstGeom>
          <a:noFill/>
          <a:ln w="12700" cap="flat" cmpd="sng">
            <a:solidFill>
              <a:schemeClr val="accent4"/>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0" name="Google Shape;180;p25"/>
          <p:cNvSpPr>
            <a:spLocks noGrp="1"/>
          </p:cNvSpPr>
          <p:nvPr>
            <p:ph type="pic" idx="8"/>
          </p:nvPr>
        </p:nvSpPr>
        <p:spPr>
          <a:xfrm>
            <a:off x="9290304" y="2258568"/>
            <a:ext cx="932688" cy="932688"/>
          </a:xfrm>
          <a:prstGeom prst="ellipse">
            <a:avLst/>
          </a:prstGeom>
          <a:solidFill>
            <a:schemeClr val="accent4"/>
          </a:solidFill>
          <a:ln>
            <a:noFill/>
          </a:ln>
        </p:spPr>
      </p:sp>
      <p:sp>
        <p:nvSpPr>
          <p:cNvPr id="181" name="Google Shape;181;p25"/>
          <p:cNvSpPr txBox="1">
            <a:spLocks noGrp="1"/>
          </p:cNvSpPr>
          <p:nvPr>
            <p:ph type="body" idx="9"/>
          </p:nvPr>
        </p:nvSpPr>
        <p:spPr>
          <a:xfrm>
            <a:off x="8371332" y="3950208"/>
            <a:ext cx="2770632" cy="2206752"/>
          </a:xfrm>
          <a:prstGeom prst="rect">
            <a:avLst/>
          </a:prstGeom>
          <a:noFill/>
          <a:ln>
            <a:noFill/>
          </a:ln>
        </p:spPr>
        <p:txBody>
          <a:bodyPr spcFirstLastPara="1" wrap="square" lIns="91425" tIns="45700" rIns="91425" bIns="45700" anchor="t" anchorCtr="0">
            <a:normAutofit/>
          </a:bodyPr>
          <a:lstStyle>
            <a:lvl1pPr marL="457200" lvl="0" indent="-323850" algn="l">
              <a:lnSpc>
                <a:spcPct val="100000"/>
              </a:lnSpc>
              <a:spcBef>
                <a:spcPts val="360"/>
              </a:spcBef>
              <a:spcAft>
                <a:spcPts val="0"/>
              </a:spcAft>
              <a:buClr>
                <a:schemeClr val="accent6"/>
              </a:buClr>
              <a:buSzPts val="1500"/>
              <a:buFont typeface="Arial"/>
              <a:buChar char="•"/>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82" name="Google Shape;182;p25"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183" name="Google Shape;183;p25"/>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184"/>
        <p:cNvGrpSpPr/>
        <p:nvPr/>
      </p:nvGrpSpPr>
      <p:grpSpPr>
        <a:xfrm>
          <a:off x="0" y="0"/>
          <a:ext cx="0" cy="0"/>
          <a:chOff x="0" y="0"/>
          <a:chExt cx="0" cy="0"/>
        </a:xfrm>
      </p:grpSpPr>
      <p:sp>
        <p:nvSpPr>
          <p:cNvPr id="185" name="Google Shape;185;p26" descr="preencoded.png"/>
          <p:cNvSpPr/>
          <p:nvPr/>
        </p:nvSpPr>
        <p:spPr>
          <a:xfrm>
            <a:off x="8758238" y="-14287"/>
            <a:ext cx="3433763" cy="3452812"/>
          </a:xfrm>
          <a:custGeom>
            <a:avLst/>
            <a:gdLst/>
            <a:ahLst/>
            <a:cxnLst/>
            <a:rect l="l" t="t" r="r" b="b"/>
            <a:pathLst>
              <a:path w="3433763" h="3452812" extrusionOk="0">
                <a:moveTo>
                  <a:pt x="3433763" y="0"/>
                </a:moveTo>
                <a:lnTo>
                  <a:pt x="3433763" y="3452813"/>
                </a:lnTo>
                <a:lnTo>
                  <a:pt x="0" y="3452813"/>
                </a:lnTo>
                <a:cubicBezTo>
                  <a:pt x="0" y="1545912"/>
                  <a:pt x="1537383" y="0"/>
                  <a:pt x="3433763"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86" name="Google Shape;186;p26" descr="preencoded.png"/>
          <p:cNvSpPr/>
          <p:nvPr/>
        </p:nvSpPr>
        <p:spPr>
          <a:xfrm>
            <a:off x="8758238" y="3438525"/>
            <a:ext cx="3433763" cy="3433762"/>
          </a:xfrm>
          <a:custGeom>
            <a:avLst/>
            <a:gdLst/>
            <a:ahLst/>
            <a:cxnLst/>
            <a:rect l="l" t="t" r="r" b="b"/>
            <a:pathLst>
              <a:path w="3433763" h="3433762" extrusionOk="0">
                <a:moveTo>
                  <a:pt x="0" y="0"/>
                </a:moveTo>
                <a:lnTo>
                  <a:pt x="3433763" y="0"/>
                </a:lnTo>
                <a:lnTo>
                  <a:pt x="3433763" y="3433763"/>
                </a:lnTo>
                <a:cubicBezTo>
                  <a:pt x="1537383" y="3433763"/>
                  <a:pt x="0" y="189638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87" name="Google Shape;187;p26" descr="preencoded.png"/>
          <p:cNvSpPr/>
          <p:nvPr/>
        </p:nvSpPr>
        <p:spPr>
          <a:xfrm rot="10800000" flipH="1">
            <a:off x="9991725" y="1247775"/>
            <a:ext cx="2200275" cy="2181225"/>
          </a:xfrm>
          <a:custGeom>
            <a:avLst/>
            <a:gdLst/>
            <a:ahLst/>
            <a:cxnLst/>
            <a:rect l="l" t="t" r="r" b="b"/>
            <a:pathLst>
              <a:path w="2200275" h="2181225" extrusionOk="0">
                <a:moveTo>
                  <a:pt x="0" y="0"/>
                </a:moveTo>
                <a:cubicBezTo>
                  <a:pt x="0" y="1204689"/>
                  <a:pt x="985061" y="2181225"/>
                  <a:pt x="2200275" y="2181225"/>
                </a:cubicBezTo>
                <a:lnTo>
                  <a:pt x="2200275" y="0"/>
                </a:ln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88" name="Google Shape;188;p26" descr="preencoded.png"/>
          <p:cNvSpPr/>
          <p:nvPr/>
        </p:nvSpPr>
        <p:spPr>
          <a:xfrm rot="10800000" flipH="1">
            <a:off x="-20086" y="4580051"/>
            <a:ext cx="2277948" cy="2277948"/>
          </a:xfrm>
          <a:custGeom>
            <a:avLst/>
            <a:gdLst/>
            <a:ahLst/>
            <a:cxnLst/>
            <a:rect l="l" t="t" r="r" b="b"/>
            <a:pathLst>
              <a:path w="2277948" h="2277948" extrusionOk="0">
                <a:moveTo>
                  <a:pt x="0" y="2277948"/>
                </a:moveTo>
                <a:cubicBezTo>
                  <a:pt x="1258034" y="2277948"/>
                  <a:pt x="2277948" y="1258034"/>
                  <a:pt x="2277948" y="0"/>
                </a:cubicBezTo>
                <a:lnTo>
                  <a:pt x="0" y="0"/>
                </a:lnTo>
                <a:lnTo>
                  <a:pt x="0" y="22779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189" name="Google Shape;189;p26" descr="preencoded.png"/>
          <p:cNvPicPr preferRelativeResize="0"/>
          <p:nvPr/>
        </p:nvPicPr>
        <p:blipFill rotWithShape="1">
          <a:blip r:embed="rId2">
            <a:alphaModFix/>
          </a:blip>
          <a:srcRect/>
          <a:stretch/>
        </p:blipFill>
        <p:spPr>
          <a:xfrm>
            <a:off x="9991886" y="3441269"/>
            <a:ext cx="2200114" cy="2200114"/>
          </a:xfrm>
          <a:prstGeom prst="rect">
            <a:avLst/>
          </a:prstGeom>
          <a:noFill/>
          <a:ln>
            <a:noFill/>
          </a:ln>
        </p:spPr>
      </p:pic>
      <p:sp>
        <p:nvSpPr>
          <p:cNvPr id="190" name="Google Shape;190;p26" descr="preencoded.png"/>
          <p:cNvSpPr/>
          <p:nvPr/>
        </p:nvSpPr>
        <p:spPr>
          <a:xfrm>
            <a:off x="1707959" y="5667616"/>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191" name="Google Shape;191;p26"/>
          <p:cNvSpPr txBox="1">
            <a:spLocks noGrp="1"/>
          </p:cNvSpPr>
          <p:nvPr>
            <p:ph type="title"/>
          </p:nvPr>
        </p:nvSpPr>
        <p:spPr>
          <a:xfrm>
            <a:off x="1508760" y="1883664"/>
            <a:ext cx="6766560" cy="768096"/>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accent6"/>
              </a:buClr>
              <a:buSzPts val="4400"/>
              <a:buFont typeface="Arial Blac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26"/>
          <p:cNvSpPr txBox="1">
            <a:spLocks noGrp="1"/>
          </p:cNvSpPr>
          <p:nvPr>
            <p:ph type="body" idx="1"/>
          </p:nvPr>
        </p:nvSpPr>
        <p:spPr>
          <a:xfrm>
            <a:off x="1508760" y="2837688"/>
            <a:ext cx="5879592" cy="270052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accent6"/>
              </a:buClr>
              <a:buSzPts val="1500"/>
              <a:buNone/>
              <a:defRPr sz="1500"/>
            </a:lvl1pPr>
            <a:lvl2pPr marL="914400" lvl="1" indent="-323850" algn="l">
              <a:lnSpc>
                <a:spcPct val="100000"/>
              </a:lnSpc>
              <a:spcBef>
                <a:spcPts val="360"/>
              </a:spcBef>
              <a:spcAft>
                <a:spcPts val="0"/>
              </a:spcAft>
              <a:buClr>
                <a:schemeClr val="accent6"/>
              </a:buClr>
              <a:buSzPts val="1500"/>
              <a:buChar char="•"/>
              <a:defRPr sz="1500"/>
            </a:lvl2pPr>
            <a:lvl3pPr marL="1371600" lvl="2" indent="-323850" algn="l">
              <a:lnSpc>
                <a:spcPct val="100000"/>
              </a:lnSpc>
              <a:spcBef>
                <a:spcPts val="360"/>
              </a:spcBef>
              <a:spcAft>
                <a:spcPts val="0"/>
              </a:spcAft>
              <a:buClr>
                <a:schemeClr val="accent6"/>
              </a:buClr>
              <a:buSzPts val="1500"/>
              <a:buChar char="•"/>
              <a:defRPr sz="1500"/>
            </a:lvl3pPr>
            <a:lvl4pPr marL="1828800" lvl="3" indent="-323850" algn="l">
              <a:lnSpc>
                <a:spcPct val="100000"/>
              </a:lnSpc>
              <a:spcBef>
                <a:spcPts val="360"/>
              </a:spcBef>
              <a:spcAft>
                <a:spcPts val="0"/>
              </a:spcAft>
              <a:buClr>
                <a:schemeClr val="accent6"/>
              </a:buClr>
              <a:buSzPts val="1500"/>
              <a:buChar char="•"/>
              <a:defRPr sz="1500"/>
            </a:lvl4pPr>
            <a:lvl5pPr marL="2286000" lvl="4" indent="-323850" algn="l">
              <a:lnSpc>
                <a:spcPct val="100000"/>
              </a:lnSpc>
              <a:spcBef>
                <a:spcPts val="360"/>
              </a:spcBef>
              <a:spcAft>
                <a:spcPts val="0"/>
              </a:spcAft>
              <a:buClr>
                <a:schemeClr val="accent6"/>
              </a:buClr>
              <a:buSzPts val="1500"/>
              <a:buChar char="•"/>
              <a:defRPr sz="15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26"/>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194" name="Google Shape;194;p26"/>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95" name="Google Shape;195;p26" descr="https://www.cbit.ac.in/wp-content/uploads/2023/05/CBIT-LOGO-24.05.2023.-4.no_-1.png"/>
          <p:cNvPicPr preferRelativeResize="0"/>
          <p:nvPr/>
        </p:nvPicPr>
        <p:blipFill rotWithShape="1">
          <a:blip r:embed="rId3">
            <a:alphaModFix/>
          </a:blip>
          <a:srcRect/>
          <a:stretch/>
        </p:blipFill>
        <p:spPr>
          <a:xfrm>
            <a:off x="7642518" y="-9144"/>
            <a:ext cx="4324985" cy="1015984"/>
          </a:xfrm>
          <a:prstGeom prst="rect">
            <a:avLst/>
          </a:prstGeom>
          <a:noFill/>
          <a:ln>
            <a:noFill/>
          </a:ln>
        </p:spPr>
      </p:pic>
      <p:sp>
        <p:nvSpPr>
          <p:cNvPr id="196" name="Google Shape;196;p26"/>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7"/>
        <p:cNvGrpSpPr/>
        <p:nvPr/>
      </p:nvGrpSpPr>
      <p:grpSpPr>
        <a:xfrm>
          <a:off x="0" y="0"/>
          <a:ext cx="0" cy="0"/>
          <a:chOff x="0" y="0"/>
          <a:chExt cx="0" cy="0"/>
        </a:xfrm>
      </p:grpSpPr>
      <p:sp>
        <p:nvSpPr>
          <p:cNvPr id="198" name="Google Shape;198;p27" descr="preencoded.png"/>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199" name="Google Shape;199;p27" descr="preencoded.png"/>
          <p:cNvPicPr preferRelativeResize="0"/>
          <p:nvPr/>
        </p:nvPicPr>
        <p:blipFill rotWithShape="1">
          <a:blip r:embed="rId2">
            <a:alphaModFix/>
          </a:blip>
          <a:srcRect/>
          <a:stretch/>
        </p:blipFill>
        <p:spPr>
          <a:xfrm>
            <a:off x="1703311" y="-2784"/>
            <a:ext cx="1734410" cy="5167313"/>
          </a:xfrm>
          <a:prstGeom prst="rect">
            <a:avLst/>
          </a:prstGeom>
          <a:noFill/>
          <a:ln>
            <a:noFill/>
          </a:ln>
        </p:spPr>
      </p:pic>
      <p:sp>
        <p:nvSpPr>
          <p:cNvPr id="200" name="Google Shape;200;p27"/>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039"/>
            </a:scheme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01" name="Google Shape;201;p27" descr="preencoded.png"/>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pic>
        <p:nvPicPr>
          <p:cNvPr id="202" name="Google Shape;202;p27" descr="preencoded.png"/>
          <p:cNvPicPr preferRelativeResize="0"/>
          <p:nvPr/>
        </p:nvPicPr>
        <p:blipFill rotWithShape="1">
          <a:blip r:embed="rId3">
            <a:alphaModFix/>
          </a:blip>
          <a:srcRect/>
          <a:stretch/>
        </p:blipFill>
        <p:spPr>
          <a:xfrm>
            <a:off x="1718457" y="3440504"/>
            <a:ext cx="1719263" cy="1724025"/>
          </a:xfrm>
          <a:prstGeom prst="rect">
            <a:avLst/>
          </a:prstGeom>
          <a:noFill/>
          <a:ln>
            <a:noFill/>
          </a:ln>
        </p:spPr>
      </p:pic>
      <p:sp>
        <p:nvSpPr>
          <p:cNvPr id="203" name="Google Shape;203;p27"/>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4" name="Google Shape;204;p27"/>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
        <p:nvSpPr>
          <p:cNvPr id="205" name="Google Shape;205;p27"/>
          <p:cNvSpPr txBox="1">
            <a:spLocks noGrp="1"/>
          </p:cNvSpPr>
          <p:nvPr>
            <p:ph type="title"/>
          </p:nvPr>
        </p:nvSpPr>
        <p:spPr>
          <a:xfrm>
            <a:off x="3986784" y="1243584"/>
            <a:ext cx="8165592" cy="768096"/>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27"/>
          <p:cNvSpPr txBox="1">
            <a:spLocks noGrp="1"/>
          </p:cNvSpPr>
          <p:nvPr>
            <p:ph type="body" idx="1"/>
          </p:nvPr>
        </p:nvSpPr>
        <p:spPr>
          <a:xfrm>
            <a:off x="3685032" y="2255520"/>
            <a:ext cx="3741928" cy="4306380"/>
          </a:xfrm>
          <a:prstGeom prst="rect">
            <a:avLst/>
          </a:prstGeom>
          <a:noFill/>
          <a:ln>
            <a:noFill/>
          </a:ln>
        </p:spPr>
        <p:txBody>
          <a:bodyPr spcFirstLastPara="1" wrap="square" lIns="45700" tIns="45700" rIns="45700" bIns="45700" anchor="t" anchorCtr="0">
            <a:norm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27"/>
          <p:cNvSpPr txBox="1">
            <a:spLocks noGrp="1"/>
          </p:cNvSpPr>
          <p:nvPr>
            <p:ph type="body" idx="2"/>
          </p:nvPr>
        </p:nvSpPr>
        <p:spPr>
          <a:xfrm>
            <a:off x="7754112" y="2255520"/>
            <a:ext cx="3741928" cy="4306380"/>
          </a:xfrm>
          <a:prstGeom prst="rect">
            <a:avLst/>
          </a:prstGeom>
          <a:noFill/>
          <a:ln>
            <a:noFill/>
          </a:ln>
        </p:spPr>
        <p:txBody>
          <a:bodyPr spcFirstLastPara="1" wrap="square" lIns="45700" tIns="45700" rIns="45700" bIns="45700" anchor="t" anchorCtr="0">
            <a:norm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08" name="Google Shape;208;p27" descr="https://www.cbit.ac.in/wp-content/uploads/2023/05/CBIT-LOGO-24.05.2023.-4.no_-1.png"/>
          <p:cNvPicPr preferRelativeResize="0"/>
          <p:nvPr/>
        </p:nvPicPr>
        <p:blipFill rotWithShape="1">
          <a:blip r:embed="rId4">
            <a:alphaModFix/>
          </a:blip>
          <a:srcRect/>
          <a:stretch/>
        </p:blipFill>
        <p:spPr>
          <a:xfrm>
            <a:off x="7642518" y="-9144"/>
            <a:ext cx="4324985" cy="1015984"/>
          </a:xfrm>
          <a:prstGeom prst="rect">
            <a:avLst/>
          </a:prstGeom>
          <a:noFill/>
          <a:ln>
            <a:noFill/>
          </a:ln>
        </p:spPr>
      </p:pic>
      <p:sp>
        <p:nvSpPr>
          <p:cNvPr id="209" name="Google Shape;209;p27"/>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0"/>
        <p:cNvGrpSpPr/>
        <p:nvPr/>
      </p:nvGrpSpPr>
      <p:grpSpPr>
        <a:xfrm>
          <a:off x="0" y="0"/>
          <a:ext cx="0" cy="0"/>
          <a:chOff x="0" y="0"/>
          <a:chExt cx="0" cy="0"/>
        </a:xfrm>
      </p:grpSpPr>
      <p:sp>
        <p:nvSpPr>
          <p:cNvPr id="211" name="Google Shape;211;p28"/>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12" name="Google Shape;212;p28"/>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13" name="Google Shape;213;p28"/>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b" anchorCtr="0">
            <a:noAutofit/>
          </a:bodyPr>
          <a:lstStyle>
            <a:lvl1pPr lvl="0" algn="ctr">
              <a:lnSpc>
                <a:spcPct val="270833"/>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 name="Google Shape;214;p28"/>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28"/>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216" name="Google Shape;216;p28"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217" name="Google Shape;217;p28"/>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8"/>
        <p:cNvGrpSpPr/>
        <p:nvPr/>
      </p:nvGrpSpPr>
      <p:grpSpPr>
        <a:xfrm>
          <a:off x="0" y="0"/>
          <a:ext cx="0" cy="0"/>
          <a:chOff x="0" y="0"/>
          <a:chExt cx="0" cy="0"/>
        </a:xfrm>
      </p:grpSpPr>
      <p:sp>
        <p:nvSpPr>
          <p:cNvPr id="219" name="Google Shape;219;p29"/>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20" name="Google Shape;220;p29"/>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21" name="Google Shape;221;p29"/>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29"/>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223" name="Google Shape;223;p29"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224" name="Google Shape;224;p29"/>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25"/>
        <p:cNvGrpSpPr/>
        <p:nvPr/>
      </p:nvGrpSpPr>
      <p:grpSpPr>
        <a:xfrm>
          <a:off x="0" y="0"/>
          <a:ext cx="0" cy="0"/>
          <a:chOff x="0" y="0"/>
          <a:chExt cx="0" cy="0"/>
        </a:xfrm>
      </p:grpSpPr>
      <p:sp>
        <p:nvSpPr>
          <p:cNvPr id="226" name="Google Shape;226;p30"/>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27" name="Google Shape;227;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52343"/>
              </a:lnSpc>
              <a:spcBef>
                <a:spcPts val="0"/>
              </a:spcBef>
              <a:spcAft>
                <a:spcPts val="0"/>
              </a:spcAft>
              <a:buClr>
                <a:schemeClr val="accent6"/>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360"/>
              </a:spcBef>
              <a:spcAft>
                <a:spcPts val="0"/>
              </a:spcAft>
              <a:buClr>
                <a:schemeClr val="accent6"/>
              </a:buClr>
              <a:buSzPts val="3200"/>
              <a:buChar char="•"/>
              <a:defRPr sz="3200"/>
            </a:lvl1pPr>
            <a:lvl2pPr marL="914400" lvl="1" indent="-406400" algn="l">
              <a:lnSpc>
                <a:spcPct val="100000"/>
              </a:lnSpc>
              <a:spcBef>
                <a:spcPts val="360"/>
              </a:spcBef>
              <a:spcAft>
                <a:spcPts val="0"/>
              </a:spcAft>
              <a:buClr>
                <a:schemeClr val="accent6"/>
              </a:buClr>
              <a:buSzPts val="2800"/>
              <a:buChar char="•"/>
              <a:defRPr sz="2800"/>
            </a:lvl2pPr>
            <a:lvl3pPr marL="1371600" lvl="2" indent="-381000" algn="l">
              <a:lnSpc>
                <a:spcPct val="100000"/>
              </a:lnSpc>
              <a:spcBef>
                <a:spcPts val="360"/>
              </a:spcBef>
              <a:spcAft>
                <a:spcPts val="0"/>
              </a:spcAft>
              <a:buClr>
                <a:schemeClr val="accent6"/>
              </a:buClr>
              <a:buSzPts val="2400"/>
              <a:buChar char="•"/>
              <a:defRPr sz="2400"/>
            </a:lvl3pPr>
            <a:lvl4pPr marL="1828800" lvl="3" indent="-355600" algn="l">
              <a:lnSpc>
                <a:spcPct val="100000"/>
              </a:lnSpc>
              <a:spcBef>
                <a:spcPts val="360"/>
              </a:spcBef>
              <a:spcAft>
                <a:spcPts val="0"/>
              </a:spcAft>
              <a:buClr>
                <a:schemeClr val="accent6"/>
              </a:buClr>
              <a:buSzPts val="2000"/>
              <a:buChar char="•"/>
              <a:defRPr sz="2000"/>
            </a:lvl4pPr>
            <a:lvl5pPr marL="2286000" lvl="4" indent="-355600" algn="l">
              <a:lnSpc>
                <a:spcPct val="100000"/>
              </a:lnSpc>
              <a:spcBef>
                <a:spcPts val="360"/>
              </a:spcBef>
              <a:spcAft>
                <a:spcPts val="0"/>
              </a:spcAft>
              <a:buClr>
                <a:schemeClr val="accent6"/>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29" name="Google Shape;229;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accent6"/>
              </a:buClr>
              <a:buSzPts val="1600"/>
              <a:buNone/>
              <a:defRPr sz="1600"/>
            </a:lvl1pPr>
            <a:lvl2pPr marL="914400" lvl="1" indent="-228600" algn="l">
              <a:lnSpc>
                <a:spcPct val="100000"/>
              </a:lnSpc>
              <a:spcBef>
                <a:spcPts val="360"/>
              </a:spcBef>
              <a:spcAft>
                <a:spcPts val="0"/>
              </a:spcAft>
              <a:buClr>
                <a:schemeClr val="accent6"/>
              </a:buClr>
              <a:buSzPts val="1400"/>
              <a:buNone/>
              <a:defRPr sz="1400"/>
            </a:lvl2pPr>
            <a:lvl3pPr marL="1371600" lvl="2" indent="-228600" algn="l">
              <a:lnSpc>
                <a:spcPct val="100000"/>
              </a:lnSpc>
              <a:spcBef>
                <a:spcPts val="360"/>
              </a:spcBef>
              <a:spcAft>
                <a:spcPts val="0"/>
              </a:spcAft>
              <a:buClr>
                <a:schemeClr val="accent6"/>
              </a:buClr>
              <a:buSzPts val="1200"/>
              <a:buNone/>
              <a:defRPr sz="1200"/>
            </a:lvl3pPr>
            <a:lvl4pPr marL="1828800" lvl="3" indent="-228600" algn="l">
              <a:lnSpc>
                <a:spcPct val="100000"/>
              </a:lnSpc>
              <a:spcBef>
                <a:spcPts val="360"/>
              </a:spcBef>
              <a:spcAft>
                <a:spcPts val="0"/>
              </a:spcAft>
              <a:buClr>
                <a:schemeClr val="accent6"/>
              </a:buClr>
              <a:buSzPts val="1000"/>
              <a:buNone/>
              <a:defRPr sz="1000"/>
            </a:lvl4pPr>
            <a:lvl5pPr marL="2286000" lvl="4" indent="-228600" algn="l">
              <a:lnSpc>
                <a:spcPct val="100000"/>
              </a:lnSpc>
              <a:spcBef>
                <a:spcPts val="360"/>
              </a:spcBef>
              <a:spcAft>
                <a:spcPts val="0"/>
              </a:spcAft>
              <a:buClr>
                <a:schemeClr val="accent6"/>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0" name="Google Shape;230;p30"/>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30"/>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232" name="Google Shape;232;p30"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233" name="Google Shape;233;p30"/>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4"/>
        <p:cNvGrpSpPr/>
        <p:nvPr/>
      </p:nvGrpSpPr>
      <p:grpSpPr>
        <a:xfrm>
          <a:off x="0" y="0"/>
          <a:ext cx="0" cy="0"/>
          <a:chOff x="0" y="0"/>
          <a:chExt cx="0" cy="0"/>
        </a:xfrm>
      </p:grpSpPr>
      <p:sp>
        <p:nvSpPr>
          <p:cNvPr id="235" name="Google Shape;235;p31"/>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36" name="Google Shape;236;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52343"/>
              </a:lnSpc>
              <a:spcBef>
                <a:spcPts val="0"/>
              </a:spcBef>
              <a:spcAft>
                <a:spcPts val="0"/>
              </a:spcAft>
              <a:buClr>
                <a:schemeClr val="accent6"/>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31"/>
          <p:cNvSpPr>
            <a:spLocks noGrp="1"/>
          </p:cNvSpPr>
          <p:nvPr>
            <p:ph type="pic" idx="2"/>
          </p:nvPr>
        </p:nvSpPr>
        <p:spPr>
          <a:xfrm>
            <a:off x="5183188" y="987425"/>
            <a:ext cx="6172200" cy="4873625"/>
          </a:xfrm>
          <a:prstGeom prst="rect">
            <a:avLst/>
          </a:prstGeom>
          <a:noFill/>
          <a:ln>
            <a:noFill/>
          </a:ln>
        </p:spPr>
      </p:sp>
      <p:sp>
        <p:nvSpPr>
          <p:cNvPr id="238" name="Google Shape;238;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accent6"/>
              </a:buClr>
              <a:buSzPts val="1600"/>
              <a:buNone/>
              <a:defRPr sz="1600"/>
            </a:lvl1pPr>
            <a:lvl2pPr marL="914400" lvl="1" indent="-228600" algn="l">
              <a:lnSpc>
                <a:spcPct val="100000"/>
              </a:lnSpc>
              <a:spcBef>
                <a:spcPts val="360"/>
              </a:spcBef>
              <a:spcAft>
                <a:spcPts val="0"/>
              </a:spcAft>
              <a:buClr>
                <a:schemeClr val="accent6"/>
              </a:buClr>
              <a:buSzPts val="1400"/>
              <a:buNone/>
              <a:defRPr sz="1400"/>
            </a:lvl2pPr>
            <a:lvl3pPr marL="1371600" lvl="2" indent="-228600" algn="l">
              <a:lnSpc>
                <a:spcPct val="100000"/>
              </a:lnSpc>
              <a:spcBef>
                <a:spcPts val="360"/>
              </a:spcBef>
              <a:spcAft>
                <a:spcPts val="0"/>
              </a:spcAft>
              <a:buClr>
                <a:schemeClr val="accent6"/>
              </a:buClr>
              <a:buSzPts val="1200"/>
              <a:buNone/>
              <a:defRPr sz="1200"/>
            </a:lvl3pPr>
            <a:lvl4pPr marL="1828800" lvl="3" indent="-228600" algn="l">
              <a:lnSpc>
                <a:spcPct val="100000"/>
              </a:lnSpc>
              <a:spcBef>
                <a:spcPts val="360"/>
              </a:spcBef>
              <a:spcAft>
                <a:spcPts val="0"/>
              </a:spcAft>
              <a:buClr>
                <a:schemeClr val="accent6"/>
              </a:buClr>
              <a:buSzPts val="1000"/>
              <a:buNone/>
              <a:defRPr sz="1000"/>
            </a:lvl4pPr>
            <a:lvl5pPr marL="2286000" lvl="4" indent="-228600" algn="l">
              <a:lnSpc>
                <a:spcPct val="100000"/>
              </a:lnSpc>
              <a:spcBef>
                <a:spcPts val="360"/>
              </a:spcBef>
              <a:spcAft>
                <a:spcPts val="0"/>
              </a:spcAft>
              <a:buClr>
                <a:schemeClr val="accent6"/>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9" name="Google Shape;239;p31"/>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31"/>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pic>
        <p:nvPicPr>
          <p:cNvPr id="241" name="Google Shape;241;p31" descr="https://www.cbit.ac.in/wp-content/uploads/2023/05/CBIT-LOGO-24.05.2023.-4.no_-1.png"/>
          <p:cNvPicPr preferRelativeResize="0"/>
          <p:nvPr/>
        </p:nvPicPr>
        <p:blipFill rotWithShape="1">
          <a:blip r:embed="rId2">
            <a:alphaModFix/>
          </a:blip>
          <a:srcRect/>
          <a:stretch/>
        </p:blipFill>
        <p:spPr>
          <a:xfrm>
            <a:off x="7642518" y="-9144"/>
            <a:ext cx="4324985" cy="1015984"/>
          </a:xfrm>
          <a:prstGeom prst="rect">
            <a:avLst/>
          </a:prstGeom>
          <a:noFill/>
          <a:ln>
            <a:noFill/>
          </a:ln>
        </p:spPr>
      </p:pic>
      <p:sp>
        <p:nvSpPr>
          <p:cNvPr id="242" name="Google Shape;242;p31"/>
          <p:cNvSpPr/>
          <p:nvPr/>
        </p:nvSpPr>
        <p:spPr>
          <a:xfrm>
            <a:off x="-124470" y="6396335"/>
            <a:ext cx="40563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1" u="none" strike="noStrike" cap="none">
                <a:solidFill>
                  <a:schemeClr val="dk1"/>
                </a:solidFill>
                <a:latin typeface="EB Garamond"/>
                <a:ea typeface="EB Garamond"/>
                <a:cs typeface="EB Garamond"/>
                <a:sym typeface="EB Garamond"/>
              </a:rPr>
              <a:t>Department of Information Technology</a:t>
            </a:r>
            <a:endParaRPr sz="1400" b="0" i="1" u="none" strike="noStrike" cap="none">
              <a:solidFill>
                <a:schemeClr val="dk1"/>
              </a:solidFill>
              <a:latin typeface="EB Garamond"/>
              <a:ea typeface="EB Garamond"/>
              <a:cs typeface="EB Garamond"/>
              <a:sym typeface="EB Garamon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b" anchorCtr="0">
            <a:noAutofit/>
          </a:bodyPr>
          <a:lstStyle>
            <a:lvl1pPr marR="0" lvl="0" algn="ctr" rtl="0">
              <a:lnSpc>
                <a:spcPct val="110795"/>
              </a:lnSpc>
              <a:spcBef>
                <a:spcPts val="0"/>
              </a:spcBef>
              <a:spcAft>
                <a:spcPts val="0"/>
              </a:spcAft>
              <a:buClr>
                <a:schemeClr val="accent6"/>
              </a:buClr>
              <a:buSzPts val="4400"/>
              <a:buFont typeface="Arial Black"/>
              <a:buNone/>
              <a:defRPr sz="4400" b="1" i="0" u="none" strike="noStrike" cap="none">
                <a:solidFill>
                  <a:schemeClr val="accent6"/>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758952" y="2103120"/>
            <a:ext cx="10671048"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360"/>
              </a:spcBef>
              <a:spcAft>
                <a:spcPts val="0"/>
              </a:spcAft>
              <a:buClr>
                <a:schemeClr val="accent6"/>
              </a:buClr>
              <a:buSzPts val="2800"/>
              <a:buFont typeface="Arial"/>
              <a:buChar char="•"/>
              <a:defRPr sz="2800" b="0" i="0" u="none" strike="noStrike" cap="none">
                <a:solidFill>
                  <a:schemeClr val="accent6"/>
                </a:solidFill>
                <a:latin typeface="EB Garamond"/>
                <a:ea typeface="EB Garamond"/>
                <a:cs typeface="EB Garamond"/>
                <a:sym typeface="EB Garamond"/>
              </a:defRPr>
            </a:lvl1pPr>
            <a:lvl2pPr marL="914400" marR="0" lvl="1" indent="-381000" algn="l" rtl="0">
              <a:lnSpc>
                <a:spcPct val="100000"/>
              </a:lnSpc>
              <a:spcBef>
                <a:spcPts val="360"/>
              </a:spcBef>
              <a:spcAft>
                <a:spcPts val="0"/>
              </a:spcAft>
              <a:buClr>
                <a:schemeClr val="accent6"/>
              </a:buClr>
              <a:buSzPts val="2400"/>
              <a:buFont typeface="Arial"/>
              <a:buChar char="•"/>
              <a:defRPr sz="2400" b="0" i="0" u="none" strike="noStrike" cap="none">
                <a:solidFill>
                  <a:schemeClr val="accent6"/>
                </a:solidFill>
                <a:latin typeface="EB Garamond"/>
                <a:ea typeface="EB Garamond"/>
                <a:cs typeface="EB Garamond"/>
                <a:sym typeface="EB Garamond"/>
              </a:defRPr>
            </a:lvl2pPr>
            <a:lvl3pPr marL="1371600" marR="0" lvl="2" indent="-355600" algn="l" rtl="0">
              <a:lnSpc>
                <a:spcPct val="100000"/>
              </a:lnSpc>
              <a:spcBef>
                <a:spcPts val="360"/>
              </a:spcBef>
              <a:spcAft>
                <a:spcPts val="0"/>
              </a:spcAft>
              <a:buClr>
                <a:schemeClr val="accent6"/>
              </a:buClr>
              <a:buSzPts val="2000"/>
              <a:buFont typeface="Arial"/>
              <a:buChar char="•"/>
              <a:defRPr sz="2000" b="0" i="0" u="none" strike="noStrike" cap="none">
                <a:solidFill>
                  <a:schemeClr val="accent6"/>
                </a:solidFill>
                <a:latin typeface="EB Garamond"/>
                <a:ea typeface="EB Garamond"/>
                <a:cs typeface="EB Garamond"/>
                <a:sym typeface="EB Garamond"/>
              </a:defRPr>
            </a:lvl3pPr>
            <a:lvl4pPr marL="1828800" marR="0" lvl="3" indent="-342900" algn="l" rtl="0">
              <a:lnSpc>
                <a:spcPct val="100000"/>
              </a:lnSpc>
              <a:spcBef>
                <a:spcPts val="360"/>
              </a:spcBef>
              <a:spcAft>
                <a:spcPts val="0"/>
              </a:spcAft>
              <a:buClr>
                <a:schemeClr val="accent6"/>
              </a:buClr>
              <a:buSzPts val="1800"/>
              <a:buFont typeface="Arial"/>
              <a:buChar char="•"/>
              <a:defRPr sz="1800" b="0" i="0" u="none" strike="noStrike" cap="none">
                <a:solidFill>
                  <a:schemeClr val="accent6"/>
                </a:solidFill>
                <a:latin typeface="EB Garamond"/>
                <a:ea typeface="EB Garamond"/>
                <a:cs typeface="EB Garamond"/>
                <a:sym typeface="EB Garamond"/>
              </a:defRPr>
            </a:lvl4pPr>
            <a:lvl5pPr marL="2286000" marR="0" lvl="4" indent="-342900" algn="l" rtl="0">
              <a:lnSpc>
                <a:spcPct val="100000"/>
              </a:lnSpc>
              <a:spcBef>
                <a:spcPts val="360"/>
              </a:spcBef>
              <a:spcAft>
                <a:spcPts val="0"/>
              </a:spcAft>
              <a:buClr>
                <a:schemeClr val="accent6"/>
              </a:buClr>
              <a:buSzPts val="1800"/>
              <a:buFont typeface="Arial"/>
              <a:buChar char="•"/>
              <a:defRPr sz="1800" b="0" i="0" u="none" strike="noStrike" cap="none">
                <a:solidFill>
                  <a:schemeClr val="accent6"/>
                </a:solidFill>
                <a:latin typeface="EB Garamond"/>
                <a:ea typeface="EB Garamond"/>
                <a:cs typeface="EB Garamond"/>
                <a:sym typeface="EB Garamond"/>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9pPr>
          </a:lstStyle>
          <a:p>
            <a:endParaRPr/>
          </a:p>
        </p:txBody>
      </p:sp>
      <p:sp>
        <p:nvSpPr>
          <p:cNvPr id="8" name="Google Shape;8;p11"/>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accent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EB Garamond"/>
                <a:ea typeface="EB Garamond"/>
                <a:cs typeface="EB Garamond"/>
                <a:sym typeface="EB Garamond"/>
              </a:defRPr>
            </a:lvl9pPr>
          </a:lstStyle>
          <a:p>
            <a:endParaRPr/>
          </a:p>
        </p:txBody>
      </p:sp>
      <p:sp>
        <p:nvSpPr>
          <p:cNvPr id="9" name="Google Shape;9;p11"/>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ieeexplore.ieee.org/document/9385589" TargetMode="External"/><Relationship Id="rId3" Type="http://schemas.openxmlformats.org/officeDocument/2006/relationships/hyperlink" Target="https://arxiv.org/pdf/2203.00031.pdf" TargetMode="External"/><Relationship Id="rId7" Type="http://schemas.openxmlformats.org/officeDocument/2006/relationships/hyperlink" Target="https://ieeexplore.ieee.org/document/10564586"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arxiv.org/pdf/2505.03378.pdf" TargetMode="External"/><Relationship Id="rId11" Type="http://schemas.openxmlformats.org/officeDocument/2006/relationships/hyperlink" Target="https://www.scirp.org/journal/paperinformation.aspx?paperid=68467" TargetMode="External"/><Relationship Id="rId5" Type="http://schemas.openxmlformats.org/officeDocument/2006/relationships/hyperlink" Target="https://www.nature.com/articles/s41598-025-95897-9" TargetMode="External"/><Relationship Id="rId10" Type="http://schemas.openxmlformats.org/officeDocument/2006/relationships/hyperlink" Target="https://link.springer.com/article/10.1007/s10773-022-05100-0" TargetMode="External"/><Relationship Id="rId4" Type="http://schemas.openxmlformats.org/officeDocument/2006/relationships/hyperlink" Target="https://www.nature.com/articles/s41598-022-22940-4" TargetMode="External"/><Relationship Id="rId9" Type="http://schemas.openxmlformats.org/officeDocument/2006/relationships/hyperlink" Target="https://repository.bracu.ac.bd/xmlui/handle/123456789/1209"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
          <p:cNvSpPr txBox="1">
            <a:spLocks noGrp="1"/>
          </p:cNvSpPr>
          <p:nvPr>
            <p:ph type="subTitle" idx="4294967295"/>
          </p:nvPr>
        </p:nvSpPr>
        <p:spPr>
          <a:xfrm>
            <a:off x="428891" y="4649210"/>
            <a:ext cx="4499100" cy="107349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6"/>
              </a:buClr>
              <a:buSzPts val="2000"/>
              <a:buFont typeface="Arial"/>
              <a:buNone/>
            </a:pPr>
            <a:r>
              <a:rPr lang="en-US" sz="2000" b="1" i="0" u="sng" strike="noStrike" cap="none" dirty="0">
                <a:solidFill>
                  <a:schemeClr val="accent6"/>
                </a:solidFill>
                <a:latin typeface="Times New Roman"/>
                <a:ea typeface="Times New Roman"/>
                <a:cs typeface="Times New Roman"/>
                <a:sym typeface="Times New Roman"/>
              </a:rPr>
              <a:t>Under the Guidance of:</a:t>
            </a:r>
          </a:p>
          <a:p>
            <a:pPr marL="0" lvl="0" indent="0" algn="ctr">
              <a:buClr>
                <a:srgbClr val="FF0000"/>
              </a:buClr>
              <a:buSzPts val="2000"/>
              <a:buNone/>
            </a:pPr>
            <a:r>
              <a:rPr lang="en-US" sz="1800" b="1" dirty="0">
                <a:solidFill>
                  <a:srgbClr val="FF0000"/>
                </a:solidFill>
                <a:latin typeface="Times New Roman"/>
                <a:ea typeface="Times New Roman"/>
                <a:cs typeface="Times New Roman"/>
                <a:sym typeface="Times New Roman"/>
              </a:rPr>
              <a:t>Dr. T. </a:t>
            </a:r>
            <a:r>
              <a:rPr lang="en-US" sz="1800" b="1" dirty="0" err="1">
                <a:solidFill>
                  <a:srgbClr val="FF0000"/>
                </a:solidFill>
                <a:latin typeface="Times New Roman"/>
                <a:ea typeface="Times New Roman"/>
                <a:cs typeface="Times New Roman"/>
                <a:sym typeface="Times New Roman"/>
              </a:rPr>
              <a:t>Satyanarayana</a:t>
            </a:r>
            <a:r>
              <a:rPr lang="en-US" sz="1800" b="1" dirty="0">
                <a:solidFill>
                  <a:srgbClr val="FF0000"/>
                </a:solidFill>
                <a:latin typeface="Times New Roman"/>
                <a:ea typeface="Times New Roman"/>
                <a:cs typeface="Times New Roman"/>
                <a:sym typeface="Times New Roman"/>
              </a:rPr>
              <a:t> </a:t>
            </a:r>
            <a:r>
              <a:rPr lang="en-US" sz="1800" b="1" dirty="0" err="1">
                <a:solidFill>
                  <a:srgbClr val="FF0000"/>
                </a:solidFill>
                <a:latin typeface="Times New Roman"/>
                <a:ea typeface="Times New Roman"/>
                <a:cs typeface="Times New Roman"/>
                <a:sym typeface="Times New Roman"/>
              </a:rPr>
              <a:t>Murty</a:t>
            </a:r>
            <a:endParaRPr lang="en-US" sz="1800" b="1" dirty="0">
              <a:solidFill>
                <a:srgbClr val="FF0000"/>
              </a:solidFill>
              <a:latin typeface="Times New Roman"/>
              <a:ea typeface="Times New Roman"/>
              <a:cs typeface="Times New Roman"/>
              <a:sym typeface="Times New Roman"/>
            </a:endParaRPr>
          </a:p>
          <a:p>
            <a:pPr marL="0" lvl="0" indent="0" algn="ctr">
              <a:buSzPts val="2000"/>
              <a:buNone/>
            </a:pPr>
            <a:r>
              <a:rPr lang="en-US" sz="1800" dirty="0">
                <a:latin typeface="Times New Roman"/>
                <a:ea typeface="Times New Roman"/>
                <a:cs typeface="Times New Roman"/>
                <a:sym typeface="Times New Roman"/>
              </a:rPr>
              <a:t>Associate Professor, IT, CBIT</a:t>
            </a:r>
          </a:p>
          <a:p>
            <a:pPr marL="0" marR="0" lvl="0" indent="0" algn="ctr" rtl="0">
              <a:lnSpc>
                <a:spcPct val="100000"/>
              </a:lnSpc>
              <a:spcBef>
                <a:spcPts val="0"/>
              </a:spcBef>
              <a:spcAft>
                <a:spcPts val="0"/>
              </a:spcAft>
              <a:buClr>
                <a:schemeClr val="accent6"/>
              </a:buClr>
              <a:buSzPts val="2000"/>
              <a:buFont typeface="Arial"/>
              <a:buNone/>
            </a:pPr>
            <a:endParaRPr sz="2800" b="0" i="0" u="none" strike="noStrike" cap="none" dirty="0">
              <a:solidFill>
                <a:schemeClr val="accent6"/>
              </a:solidFill>
              <a:latin typeface="EB Garamond"/>
              <a:ea typeface="EB Garamond"/>
              <a:cs typeface="EB Garamond"/>
              <a:sym typeface="EB Garamond"/>
            </a:endParaRPr>
          </a:p>
        </p:txBody>
      </p:sp>
      <p:sp>
        <p:nvSpPr>
          <p:cNvPr id="248" name="Google Shape;248;p1"/>
          <p:cNvSpPr txBox="1">
            <a:spLocks noGrp="1"/>
          </p:cNvSpPr>
          <p:nvPr>
            <p:ph type="ctrTitle" idx="4294967295"/>
          </p:nvPr>
        </p:nvSpPr>
        <p:spPr>
          <a:xfrm>
            <a:off x="541433" y="1789218"/>
            <a:ext cx="10735200" cy="1156800"/>
          </a:xfrm>
          <a:prstGeom prst="rect">
            <a:avLst/>
          </a:prstGeom>
          <a:noFill/>
          <a:ln>
            <a:noFill/>
          </a:ln>
        </p:spPr>
        <p:txBody>
          <a:bodyPr spcFirstLastPara="1" wrap="square" lIns="91425" tIns="45700" rIns="91425" bIns="45700" anchor="b" anchorCtr="0">
            <a:noAutofit/>
          </a:bodyPr>
          <a:lstStyle/>
          <a:p>
            <a:pPr lvl="0">
              <a:lnSpc>
                <a:spcPct val="100000"/>
              </a:lnSpc>
              <a:buClr>
                <a:schemeClr val="dk1"/>
              </a:buClr>
              <a:buSzPts val="1100"/>
            </a:pPr>
            <a:r>
              <a:rPr lang="en-US" sz="3000" i="1" dirty="0">
                <a:solidFill>
                  <a:srgbClr val="FF0000"/>
                </a:solidFill>
                <a:latin typeface="Times New Roman"/>
                <a:ea typeface="Times New Roman"/>
                <a:cs typeface="Times New Roman"/>
                <a:sym typeface="Times New Roman"/>
              </a:rPr>
              <a:t>A HYBRID ENSEMBLE ANTI-NOISE QUANTUM SUPPORT VECTOR MACHINE(QSVM) FOR ROBUST CLASSIFICATION</a:t>
            </a:r>
            <a:endParaRPr sz="3000" b="1" i="1" u="none" strike="noStrike" cap="none" dirty="0">
              <a:solidFill>
                <a:srgbClr val="FF0000"/>
              </a:solidFill>
              <a:latin typeface="Times New Roman"/>
              <a:ea typeface="Times New Roman"/>
              <a:cs typeface="Times New Roman"/>
              <a:sym typeface="Times New Roman"/>
            </a:endParaRPr>
          </a:p>
        </p:txBody>
      </p:sp>
      <p:sp>
        <p:nvSpPr>
          <p:cNvPr id="249" name="Google Shape;249;p1"/>
          <p:cNvSpPr txBox="1"/>
          <p:nvPr/>
        </p:nvSpPr>
        <p:spPr>
          <a:xfrm>
            <a:off x="6834263" y="4649250"/>
            <a:ext cx="4329684" cy="87890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accent6"/>
              </a:buClr>
              <a:buSzPts val="2000"/>
              <a:buFont typeface="Arial"/>
              <a:buNone/>
            </a:pPr>
            <a:r>
              <a:rPr lang="en-US" sz="2000" b="1" i="1" u="sng" strike="noStrike" cap="none" dirty="0">
                <a:solidFill>
                  <a:schemeClr val="accent6"/>
                </a:solidFill>
                <a:latin typeface="Times New Roman"/>
                <a:ea typeface="Times New Roman"/>
                <a:cs typeface="Times New Roman"/>
                <a:sym typeface="Times New Roman"/>
              </a:rPr>
              <a:t>Presented by :</a:t>
            </a:r>
            <a:endParaRPr sz="1400" b="0" i="0" u="none" strike="noStrike" cap="none" dirty="0">
              <a:solidFill>
                <a:srgbClr val="000000"/>
              </a:solidFill>
              <a:latin typeface="Arial"/>
              <a:ea typeface="Arial"/>
              <a:cs typeface="Arial"/>
              <a:sym typeface="Arial"/>
            </a:endParaRPr>
          </a:p>
          <a:p>
            <a:pPr lvl="0" algn="r">
              <a:spcBef>
                <a:spcPts val="360"/>
              </a:spcBef>
              <a:buClr>
                <a:srgbClr val="FF0000"/>
              </a:buClr>
              <a:buSzPts val="1800"/>
            </a:pPr>
            <a:r>
              <a:rPr lang="en-US" sz="2000" b="1" i="1" dirty="0">
                <a:solidFill>
                  <a:srgbClr val="FF0000"/>
                </a:solidFill>
                <a:latin typeface="Times New Roman"/>
                <a:ea typeface="Times New Roman"/>
                <a:cs typeface="Times New Roman"/>
                <a:sym typeface="Times New Roman"/>
              </a:rPr>
              <a:t>A. </a:t>
            </a:r>
            <a:r>
              <a:rPr lang="en-US" sz="2000" b="1" i="1" dirty="0" err="1">
                <a:solidFill>
                  <a:srgbClr val="FF0000"/>
                </a:solidFill>
                <a:latin typeface="Times New Roman"/>
                <a:ea typeface="Times New Roman"/>
                <a:cs typeface="Times New Roman"/>
                <a:sym typeface="Times New Roman"/>
              </a:rPr>
              <a:t>Nithisha</a:t>
            </a:r>
            <a:r>
              <a:rPr lang="en-US" sz="2000" b="1" i="1" dirty="0">
                <a:solidFill>
                  <a:srgbClr val="FF0000"/>
                </a:solidFill>
                <a:latin typeface="Times New Roman"/>
                <a:ea typeface="Times New Roman"/>
                <a:cs typeface="Times New Roman"/>
                <a:sym typeface="Times New Roman"/>
              </a:rPr>
              <a:t>  - 160122737071</a:t>
            </a:r>
          </a:p>
          <a:p>
            <a:pPr lvl="0" algn="r">
              <a:spcBef>
                <a:spcPts val="360"/>
              </a:spcBef>
              <a:buClr>
                <a:srgbClr val="FF0000"/>
              </a:buClr>
              <a:buSzPts val="1800"/>
            </a:pPr>
            <a:r>
              <a:rPr lang="en-US" sz="2000" b="1" i="1" dirty="0">
                <a:solidFill>
                  <a:srgbClr val="FF0000"/>
                </a:solidFill>
                <a:latin typeface="Times New Roman"/>
                <a:ea typeface="Times New Roman"/>
                <a:cs typeface="Times New Roman"/>
                <a:sym typeface="Times New Roman"/>
              </a:rPr>
              <a:t>K. </a:t>
            </a:r>
            <a:r>
              <a:rPr lang="en-US" sz="2000" b="1" i="1" dirty="0" err="1">
                <a:solidFill>
                  <a:srgbClr val="FF0000"/>
                </a:solidFill>
                <a:latin typeface="Times New Roman"/>
                <a:ea typeface="Times New Roman"/>
                <a:cs typeface="Times New Roman"/>
                <a:sym typeface="Times New Roman"/>
              </a:rPr>
              <a:t>Varshitha</a:t>
            </a:r>
            <a:r>
              <a:rPr lang="en-US" sz="2000" b="1" i="1" dirty="0">
                <a:solidFill>
                  <a:srgbClr val="FF0000"/>
                </a:solidFill>
                <a:latin typeface="Times New Roman"/>
                <a:ea typeface="Times New Roman"/>
                <a:cs typeface="Times New Roman"/>
                <a:sym typeface="Times New Roman"/>
              </a:rPr>
              <a:t> - 160122737078</a:t>
            </a:r>
          </a:p>
          <a:p>
            <a:pPr lvl="0" algn="r">
              <a:spcBef>
                <a:spcPts val="360"/>
              </a:spcBef>
              <a:buClr>
                <a:srgbClr val="FF0000"/>
              </a:buClr>
              <a:buSzPts val="1800"/>
            </a:pPr>
            <a:r>
              <a:rPr lang="en-IN" sz="2000" b="1" i="1" dirty="0" err="1">
                <a:solidFill>
                  <a:srgbClr val="FF0000"/>
                </a:solidFill>
                <a:latin typeface="Times New Roman"/>
                <a:ea typeface="Times New Roman"/>
                <a:cs typeface="Times New Roman"/>
                <a:sym typeface="Times New Roman"/>
              </a:rPr>
              <a:t>K.Prathyush</a:t>
            </a:r>
            <a:r>
              <a:rPr lang="en-IN" sz="2000" b="1" i="1" dirty="0">
                <a:solidFill>
                  <a:srgbClr val="FF0000"/>
                </a:solidFill>
                <a:latin typeface="Times New Roman"/>
                <a:ea typeface="Times New Roman"/>
                <a:cs typeface="Times New Roman"/>
                <a:sym typeface="Times New Roman"/>
              </a:rPr>
              <a:t>  - 160121737124</a:t>
            </a:r>
            <a:endParaRPr lang="en-US" sz="2000" b="1" i="1" dirty="0">
              <a:solidFill>
                <a:srgbClr val="FF0000"/>
              </a:solidFill>
              <a:latin typeface="Times New Roman"/>
              <a:ea typeface="Times New Roman"/>
              <a:cs typeface="Times New Roman"/>
              <a:sym typeface="Times New Roman"/>
            </a:endParaRPr>
          </a:p>
          <a:p>
            <a:pPr marL="0" marR="0" lvl="0" indent="0" algn="ctr" rtl="0">
              <a:lnSpc>
                <a:spcPct val="100000"/>
              </a:lnSpc>
              <a:spcBef>
                <a:spcPts val="360"/>
              </a:spcBef>
              <a:spcAft>
                <a:spcPts val="0"/>
              </a:spcAft>
              <a:buClr>
                <a:schemeClr val="accent6"/>
              </a:buClr>
              <a:buSzPts val="2400"/>
              <a:buFont typeface="Arial"/>
              <a:buNone/>
            </a:pPr>
            <a:endParaRPr sz="2000" b="1" i="1" u="none" strike="noStrike" cap="none" dirty="0">
              <a:solidFill>
                <a:schemeClr val="accent6"/>
              </a:solidFill>
              <a:latin typeface="Times New Roman"/>
              <a:ea typeface="Times New Roman"/>
              <a:cs typeface="Times New Roman"/>
              <a:sym typeface="Times New Roman"/>
            </a:endParaRPr>
          </a:p>
        </p:txBody>
      </p:sp>
      <p:sp>
        <p:nvSpPr>
          <p:cNvPr id="250" name="Google Shape;250;p1"/>
          <p:cNvSpPr txBox="1"/>
          <p:nvPr/>
        </p:nvSpPr>
        <p:spPr>
          <a:xfrm>
            <a:off x="4338461" y="3783597"/>
            <a:ext cx="3515100" cy="276959"/>
          </a:xfrm>
          <a:prstGeom prst="rect">
            <a:avLst/>
          </a:prstGeom>
          <a:noFill/>
          <a:ln>
            <a:noFill/>
          </a:ln>
        </p:spPr>
        <p:txBody>
          <a:bodyPr spcFirstLastPara="1" wrap="square" lIns="91425" tIns="45700" rIns="91425" bIns="45700" anchor="t" anchorCtr="0">
            <a:spAutoFit/>
          </a:bodyPr>
          <a:lstStyle/>
          <a:p>
            <a:pPr lvl="0" algn="ctr">
              <a:buSzPts val="1800"/>
            </a:pPr>
            <a:r>
              <a:rPr lang="en-US" sz="1200" b="1" dirty="0">
                <a:solidFill>
                  <a:schemeClr val="dk1"/>
                </a:solidFill>
                <a:latin typeface="EB Garamond"/>
                <a:ea typeface="EB Garamond"/>
                <a:cs typeface="EB Garamond"/>
                <a:sym typeface="EB Garamond"/>
              </a:rPr>
              <a:t>(Batch No. CBIT/IT/2025-26/IT2/201</a:t>
            </a:r>
            <a:r>
              <a:rPr lang="en-US" sz="1200" b="1" i="0" u="none" strike="noStrike" cap="none" dirty="0">
                <a:solidFill>
                  <a:schemeClr val="dk1"/>
                </a:solidFill>
                <a:latin typeface="EB Garamond"/>
                <a:ea typeface="EB Garamond"/>
                <a:cs typeface="EB Garamond"/>
                <a:sym typeface="EB Garamond"/>
              </a:rPr>
              <a:t>)</a:t>
            </a:r>
            <a:endParaRPr sz="1200" b="1" i="0" u="none" strike="noStrike" cap="none" dirty="0">
              <a:solidFill>
                <a:schemeClr val="dk1"/>
              </a:solidFill>
              <a:latin typeface="EB Garamond"/>
              <a:ea typeface="EB Garamond"/>
              <a:cs typeface="EB Garamond"/>
              <a:sym typeface="EB 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
          <p:cNvSpPr txBox="1">
            <a:spLocks noGrp="1"/>
          </p:cNvSpPr>
          <p:nvPr>
            <p:ph type="title"/>
          </p:nvPr>
        </p:nvSpPr>
        <p:spPr>
          <a:xfrm>
            <a:off x="1075410" y="742455"/>
            <a:ext cx="5693664" cy="76809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BB2529"/>
              </a:buClr>
              <a:buSzPts val="4400"/>
              <a:buFont typeface="Arial Black"/>
              <a:buNone/>
            </a:pPr>
            <a:r>
              <a:rPr lang="en-US" sz="4400" b="1">
                <a:solidFill>
                  <a:srgbClr val="BB2529"/>
                </a:solidFill>
                <a:latin typeface="Arial Black"/>
                <a:ea typeface="Arial Black"/>
                <a:cs typeface="Arial Black"/>
                <a:sym typeface="Arial Black"/>
              </a:rPr>
              <a:t>AGENDA</a:t>
            </a:r>
            <a:endParaRPr sz="4400" b="1">
              <a:solidFill>
                <a:srgbClr val="BB2529"/>
              </a:solidFill>
              <a:latin typeface="Arial Black"/>
              <a:ea typeface="Arial Black"/>
              <a:cs typeface="Arial Black"/>
              <a:sym typeface="Arial Black"/>
            </a:endParaRPr>
          </a:p>
        </p:txBody>
      </p:sp>
      <p:sp>
        <p:nvSpPr>
          <p:cNvPr id="256" name="Google Shape;256;p2"/>
          <p:cNvSpPr txBox="1">
            <a:spLocks noGrp="1"/>
          </p:cNvSpPr>
          <p:nvPr>
            <p:ph type="body" idx="1"/>
          </p:nvPr>
        </p:nvSpPr>
        <p:spPr>
          <a:xfrm>
            <a:off x="1075410" y="1939217"/>
            <a:ext cx="9020100" cy="3603300"/>
          </a:xfrm>
          <a:prstGeom prst="rect">
            <a:avLst/>
          </a:prstGeom>
          <a:noFill/>
          <a:ln>
            <a:noFill/>
          </a:ln>
        </p:spPr>
        <p:txBody>
          <a:bodyPr spcFirstLastPara="1" wrap="square" lIns="91425" tIns="45700" rIns="91425" bIns="45700" anchor="t" anchorCtr="0">
            <a:normAutofit fontScale="85000" lnSpcReduction="10000"/>
          </a:bodyPr>
          <a:lstStyle/>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Problem Statement &amp;  introduction to  Project.    </a:t>
            </a:r>
            <a:endParaRPr sz="2163" i="1">
              <a:latin typeface="Times New Roman"/>
              <a:ea typeface="Times New Roman"/>
              <a:cs typeface="Times New Roman"/>
              <a:sym typeface="Times New Roman"/>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Major Modules .</a:t>
            </a:r>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Project Requisites.</a:t>
            </a:r>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System Design</a:t>
            </a:r>
            <a:endParaRPr sz="2163" i="1">
              <a:latin typeface="Times New Roman"/>
              <a:ea typeface="Times New Roman"/>
              <a:cs typeface="Times New Roman"/>
              <a:sym typeface="Times New Roman"/>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Implementation .</a:t>
            </a:r>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Results &amp; Analysis</a:t>
            </a:r>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Summary</a:t>
            </a:r>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Future Scope </a:t>
            </a:r>
            <a:endParaRPr sz="2163" i="1">
              <a:latin typeface="Times New Roman"/>
              <a:ea typeface="Times New Roman"/>
              <a:cs typeface="Times New Roman"/>
              <a:sym typeface="Times New Roman"/>
            </a:endParaRPr>
          </a:p>
          <a:p>
            <a:pPr marL="342900" lvl="0" indent="-335216" algn="l" rtl="0">
              <a:lnSpc>
                <a:spcPct val="150000"/>
              </a:lnSpc>
              <a:spcBef>
                <a:spcPts val="0"/>
              </a:spcBef>
              <a:spcAft>
                <a:spcPts val="0"/>
              </a:spcAft>
              <a:buSzPct val="117647"/>
              <a:buChar char="▪"/>
            </a:pPr>
            <a:r>
              <a:rPr lang="en-US" sz="2163" i="1" dirty="0">
                <a:latin typeface="Times New Roman"/>
                <a:ea typeface="Times New Roman"/>
                <a:cs typeface="Times New Roman"/>
                <a:sym typeface="Times New Roman"/>
              </a:rPr>
              <a:t>References</a:t>
            </a:r>
            <a:endParaRPr sz="2163" i="1">
              <a:latin typeface="Times New Roman"/>
              <a:ea typeface="Times New Roman"/>
              <a:cs typeface="Times New Roman"/>
              <a:sym typeface="Times New Roman"/>
            </a:endParaRPr>
          </a:p>
          <a:p>
            <a:pPr marL="342900" lvl="0" indent="-201930" algn="l" rtl="0">
              <a:lnSpc>
                <a:spcPct val="150000"/>
              </a:lnSpc>
              <a:spcBef>
                <a:spcPts val="0"/>
              </a:spcBef>
              <a:spcAft>
                <a:spcPts val="0"/>
              </a:spcAft>
              <a:buClr>
                <a:schemeClr val="accent6"/>
              </a:buClr>
              <a:buSzPct val="117647"/>
              <a:buFont typeface="Noto Sans Symbols"/>
              <a:buNone/>
            </a:pPr>
            <a:endParaRPr i="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
          <p:cNvSpPr txBox="1">
            <a:spLocks noGrp="1"/>
          </p:cNvSpPr>
          <p:nvPr>
            <p:ph type="body" idx="1"/>
          </p:nvPr>
        </p:nvSpPr>
        <p:spPr>
          <a:xfrm>
            <a:off x="3778719" y="708554"/>
            <a:ext cx="7818600" cy="3886500"/>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Clr>
                <a:srgbClr val="BB2529"/>
              </a:buClr>
              <a:buSzPts val="2800"/>
              <a:buNone/>
            </a:pPr>
            <a:r>
              <a:rPr lang="en-US" sz="2800" b="1" dirty="0">
                <a:solidFill>
                  <a:srgbClr val="BB2529"/>
                </a:solidFill>
              </a:rPr>
              <a:t>Project Objectives &amp; Plan:</a:t>
            </a:r>
          </a:p>
          <a:p>
            <a:pPr marL="685800" lvl="1" indent="-347472" algn="just">
              <a:lnSpc>
                <a:spcPct val="200000"/>
              </a:lnSpc>
              <a:buSzPct val="100000"/>
              <a:buFont typeface="Arial Black"/>
              <a:buAutoNum type="arabicPeriod"/>
            </a:pPr>
            <a:r>
              <a:rPr lang="en-IN" dirty="0"/>
              <a:t>Developing a hybrid quantum-classical model integrating neural networks, Anti-Noise QSVM, and ensemble learning for robust classification under noise.</a:t>
            </a:r>
            <a:endParaRPr lang="en-US" dirty="0"/>
          </a:p>
          <a:p>
            <a:pPr marL="685800" lvl="1" indent="-347472" algn="just">
              <a:lnSpc>
                <a:spcPct val="200000"/>
              </a:lnSpc>
              <a:buSzPct val="100000"/>
              <a:buFont typeface="Arial Black"/>
              <a:buAutoNum type="arabicPeriod"/>
            </a:pPr>
            <a:r>
              <a:rPr lang="en-IN" dirty="0"/>
              <a:t>Designing a noise-resilient framework capable of handling multiple noise types (label, feature, quantum hardware noise) for stable and accurate decisions.</a:t>
            </a:r>
          </a:p>
          <a:p>
            <a:pPr marL="685800" lvl="1" indent="-347472" algn="just">
              <a:lnSpc>
                <a:spcPct val="200000"/>
              </a:lnSpc>
              <a:buSzPct val="100000"/>
              <a:buFont typeface="Arial Black"/>
              <a:buAutoNum type="arabicPeriod"/>
            </a:pPr>
            <a:r>
              <a:rPr lang="en-US" dirty="0"/>
              <a:t>Evaluating the model on benchmarks and comparing to classical and other QSVMs for scalability and robustness.</a:t>
            </a:r>
          </a:p>
          <a:p>
            <a:pPr marL="0" lvl="0" indent="0" algn="just" rtl="0">
              <a:lnSpc>
                <a:spcPct val="200000"/>
              </a:lnSpc>
              <a:spcBef>
                <a:spcPts val="0"/>
              </a:spcBef>
              <a:spcAft>
                <a:spcPts val="0"/>
              </a:spcAft>
              <a:buClr>
                <a:srgbClr val="BB2529"/>
              </a:buClr>
              <a:buSzPts val="2800"/>
              <a:buNone/>
            </a:pPr>
            <a:endParaRPr sz="2800" b="1">
              <a:solidFill>
                <a:srgbClr val="BB2529"/>
              </a:solidFill>
            </a:endParaRPr>
          </a:p>
        </p:txBody>
      </p:sp>
      <p:sp>
        <p:nvSpPr>
          <p:cNvPr id="262" name="Google Shape;262;p4"/>
          <p:cNvSpPr txBox="1"/>
          <p:nvPr/>
        </p:nvSpPr>
        <p:spPr>
          <a:xfrm>
            <a:off x="341745" y="510039"/>
            <a:ext cx="2955600" cy="58500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sng" strike="noStrike" cap="none">
                <a:solidFill>
                  <a:srgbClr val="BB2529"/>
                </a:solidFill>
                <a:latin typeface="EB Garamond"/>
                <a:ea typeface="EB Garamond"/>
                <a:cs typeface="EB Garamond"/>
                <a:sym typeface="EB Garamond"/>
              </a:rPr>
              <a:t>Problem Statement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02C8F"/>
              </a:solidFill>
              <a:latin typeface="Times New Roman"/>
              <a:ea typeface="Times New Roman"/>
              <a:cs typeface="Times New Roman"/>
              <a:sym typeface="Times New Roman"/>
            </a:endParaRPr>
          </a:p>
        </p:txBody>
      </p:sp>
      <p:sp>
        <p:nvSpPr>
          <p:cNvPr id="263" name="Google Shape;263;p4"/>
          <p:cNvSpPr txBox="1"/>
          <p:nvPr/>
        </p:nvSpPr>
        <p:spPr>
          <a:xfrm>
            <a:off x="341750" y="1310250"/>
            <a:ext cx="3049200" cy="5085300"/>
          </a:xfrm>
          <a:prstGeom prst="rect">
            <a:avLst/>
          </a:prstGeom>
          <a:noFill/>
          <a:ln>
            <a:noFill/>
          </a:ln>
        </p:spPr>
        <p:txBody>
          <a:bodyPr spcFirstLastPara="1" wrap="square" lIns="91425" tIns="91425" rIns="91425" bIns="91425" anchor="t" anchorCtr="0">
            <a:noAutofit/>
          </a:bodyPr>
          <a:lstStyle/>
          <a:p>
            <a:pPr algn="just">
              <a:buSzPts val="2000"/>
            </a:pPr>
            <a:r>
              <a:rPr lang="en-US" sz="1600" dirty="0">
                <a:latin typeface="Times New Roman" pitchFamily="18" charset="0"/>
                <a:cs typeface="Times New Roman" pitchFamily="18" charset="0"/>
              </a:rPr>
              <a:t>Quantum Support Vector Machines (QSVMs) are highly sensitive to noisy training data, which undermines their classification accuracy and stability. There is a critical need for a robust QSVM framework that integrates noise-resilient objective functions and sample-weighting strategies to enhance </a:t>
            </a:r>
            <a:r>
              <a:rPr lang="en-US" sz="1600" dirty="0" err="1">
                <a:latin typeface="Times New Roman" pitchFamily="18" charset="0"/>
                <a:cs typeface="Times New Roman" pitchFamily="18" charset="0"/>
              </a:rPr>
              <a:t>performanc</a:t>
            </a:r>
            <a:r>
              <a:rPr lang="en-US" sz="1600" dirty="0">
                <a:latin typeface="Times New Roman" pitchFamily="18" charset="0"/>
                <a:cs typeface="Times New Roman" pitchFamily="18" charset="0"/>
              </a:rPr>
              <a:t> in noisy environments without compromising quantum  advantages.</a:t>
            </a:r>
          </a:p>
          <a:p>
            <a:pPr marL="0" marR="0" lvl="0" indent="0" algn="just" rtl="0">
              <a:lnSpc>
                <a:spcPct val="100000"/>
              </a:lnSpc>
              <a:spcBef>
                <a:spcPts val="0"/>
              </a:spcBef>
              <a:spcAft>
                <a:spcPts val="0"/>
              </a:spcAft>
              <a:buClr>
                <a:srgbClr val="000000"/>
              </a:buClr>
              <a:buSzPts val="2000"/>
              <a:buFont typeface="Arial"/>
              <a:buNone/>
            </a:pPr>
            <a:endParaRPr sz="35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2b9cecbd68f_0_46"/>
          <p:cNvSpPr txBox="1">
            <a:spLocks noGrp="1"/>
          </p:cNvSpPr>
          <p:nvPr>
            <p:ph type="title"/>
          </p:nvPr>
        </p:nvSpPr>
        <p:spPr>
          <a:xfrm>
            <a:off x="326339" y="391359"/>
            <a:ext cx="7293300" cy="768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BB2529"/>
              </a:buClr>
              <a:buSzPts val="3200"/>
              <a:buFont typeface="Arial Black"/>
              <a:buNone/>
            </a:pPr>
            <a:r>
              <a:rPr lang="en-US" sz="3200" dirty="0">
                <a:solidFill>
                  <a:srgbClr val="BB2529"/>
                </a:solidFill>
              </a:rPr>
              <a:t>Project Part-1: Publication Status</a:t>
            </a:r>
            <a:endParaRPr sz="3200" cap="none">
              <a:solidFill>
                <a:srgbClr val="BB2529"/>
              </a:solidFill>
            </a:endParaRPr>
          </a:p>
        </p:txBody>
      </p:sp>
      <p:sp>
        <p:nvSpPr>
          <p:cNvPr id="269" name="Google Shape;269;g2b9cecbd68f_0_46"/>
          <p:cNvSpPr txBox="1"/>
          <p:nvPr/>
        </p:nvSpPr>
        <p:spPr>
          <a:xfrm>
            <a:off x="673550" y="1561425"/>
            <a:ext cx="9705300" cy="4194300"/>
          </a:xfrm>
          <a:prstGeom prst="rect">
            <a:avLst/>
          </a:prstGeom>
          <a:solidFill>
            <a:schemeClr val="lt1"/>
          </a:solidFill>
          <a:ln>
            <a:noFill/>
          </a:ln>
        </p:spPr>
        <p:txBody>
          <a:bodyPr spcFirstLastPara="1" wrap="square" lIns="91425" tIns="91425" rIns="91425" bIns="91425" anchor="t" anchorCtr="0">
            <a:noAutofit/>
          </a:bodyPr>
          <a:lstStyle/>
          <a:p>
            <a:pPr marL="0" lvl="0" indent="0" algn="just" rtl="0">
              <a:lnSpc>
                <a:spcPct val="150000"/>
              </a:lnSpc>
              <a:spcBef>
                <a:spcPts val="800"/>
              </a:spcBef>
              <a:spcAft>
                <a:spcPts val="0"/>
              </a:spcAft>
              <a:buClr>
                <a:schemeClr val="dk1"/>
              </a:buClr>
              <a:buSzPts val="1100"/>
              <a:buFont typeface="Arial"/>
              <a:buNone/>
            </a:pPr>
            <a:r>
              <a:rPr lang="en-US" sz="2900" dirty="0">
                <a:solidFill>
                  <a:schemeClr val="dk1"/>
                </a:solidFill>
                <a:latin typeface="Times New Roman"/>
                <a:ea typeface="Times New Roman"/>
                <a:cs typeface="Times New Roman"/>
                <a:sym typeface="Times New Roman"/>
              </a:rPr>
              <a:t>A Hybrid Ensemble Ati-Noise Quantum Support Vector Machine(QSVM) for Robust Classification</a:t>
            </a:r>
          </a:p>
          <a:p>
            <a:pPr marL="0" lvl="0" indent="0" algn="just" rtl="0">
              <a:lnSpc>
                <a:spcPct val="150000"/>
              </a:lnSpc>
              <a:spcBef>
                <a:spcPts val="800"/>
              </a:spcBef>
              <a:spcAft>
                <a:spcPts val="0"/>
              </a:spcAft>
              <a:buClr>
                <a:schemeClr val="dk1"/>
              </a:buClr>
              <a:buSzPts val="1100"/>
              <a:buFont typeface="Arial"/>
              <a:buNone/>
            </a:pPr>
            <a:r>
              <a:rPr lang="en-US" sz="2100" dirty="0">
                <a:solidFill>
                  <a:schemeClr val="dk1"/>
                </a:solidFill>
                <a:latin typeface="Times New Roman"/>
                <a:ea typeface="Times New Roman"/>
                <a:cs typeface="Times New Roman"/>
                <a:sym typeface="Times New Roman"/>
              </a:rPr>
              <a:t>Authors: </a:t>
            </a:r>
            <a:r>
              <a:rPr lang="en-US" sz="2100" dirty="0" err="1">
                <a:solidFill>
                  <a:schemeClr val="dk1"/>
                </a:solidFill>
                <a:latin typeface="Times New Roman"/>
                <a:ea typeface="Times New Roman"/>
                <a:cs typeface="Times New Roman"/>
                <a:sym typeface="Times New Roman"/>
              </a:rPr>
              <a:t>Satyanaraya</a:t>
            </a:r>
            <a:r>
              <a:rPr lang="en-US" sz="2100" dirty="0">
                <a:solidFill>
                  <a:schemeClr val="dk1"/>
                </a:solidFill>
                <a:latin typeface="Times New Roman"/>
                <a:ea typeface="Times New Roman"/>
                <a:cs typeface="Times New Roman"/>
                <a:sym typeface="Times New Roman"/>
              </a:rPr>
              <a:t> </a:t>
            </a:r>
            <a:r>
              <a:rPr lang="en-US" sz="2100" dirty="0" err="1">
                <a:solidFill>
                  <a:schemeClr val="dk1"/>
                </a:solidFill>
                <a:latin typeface="Times New Roman"/>
                <a:ea typeface="Times New Roman"/>
                <a:cs typeface="Times New Roman"/>
                <a:sym typeface="Times New Roman"/>
              </a:rPr>
              <a:t>Murthy,Varshitha</a:t>
            </a:r>
            <a:r>
              <a:rPr lang="en-US" sz="2100" dirty="0">
                <a:solidFill>
                  <a:schemeClr val="dk1"/>
                </a:solidFill>
                <a:latin typeface="Times New Roman"/>
                <a:ea typeface="Times New Roman"/>
                <a:cs typeface="Times New Roman"/>
                <a:sym typeface="Times New Roman"/>
              </a:rPr>
              <a:t> </a:t>
            </a:r>
            <a:r>
              <a:rPr lang="en-US" sz="2100" dirty="0" err="1">
                <a:solidFill>
                  <a:schemeClr val="dk1"/>
                </a:solidFill>
                <a:latin typeface="Times New Roman"/>
                <a:ea typeface="Times New Roman"/>
                <a:cs typeface="Times New Roman"/>
                <a:sym typeface="Times New Roman"/>
              </a:rPr>
              <a:t>Korepu,Allepu</a:t>
            </a:r>
            <a:r>
              <a:rPr lang="en-US" sz="2100" dirty="0">
                <a:solidFill>
                  <a:schemeClr val="dk1"/>
                </a:solidFill>
                <a:latin typeface="Times New Roman"/>
                <a:ea typeface="Times New Roman"/>
                <a:cs typeface="Times New Roman"/>
                <a:sym typeface="Times New Roman"/>
              </a:rPr>
              <a:t> N</a:t>
            </a:r>
            <a:r>
              <a:rPr lang="en-US" sz="2100">
                <a:solidFill>
                  <a:schemeClr val="dk1"/>
                </a:solidFill>
                <a:latin typeface="Times New Roman"/>
                <a:ea typeface="Times New Roman"/>
                <a:cs typeface="Times New Roman"/>
                <a:sym typeface="Times New Roman"/>
              </a:rPr>
              <a:t>ithisha</a:t>
            </a:r>
            <a:r>
              <a:rPr lang="en-US" sz="2100" dirty="0" err="1">
                <a:solidFill>
                  <a:schemeClr val="dk1"/>
                </a:solidFill>
                <a:latin typeface="Times New Roman"/>
                <a:ea typeface="Times New Roman"/>
                <a:cs typeface="Times New Roman"/>
                <a:sym typeface="Times New Roman"/>
              </a:rPr>
              <a:t>,Prathyush</a:t>
            </a:r>
            <a:endParaRPr lang="en-US" sz="2100" dirty="0">
              <a:solidFill>
                <a:schemeClr val="dk1"/>
              </a:solidFill>
              <a:latin typeface="Times New Roman"/>
              <a:ea typeface="Times New Roman"/>
              <a:cs typeface="Times New Roman"/>
              <a:sym typeface="Times New Roman"/>
            </a:endParaRPr>
          </a:p>
          <a:p>
            <a:pPr marL="0" lvl="0" indent="0" algn="just" rtl="0">
              <a:lnSpc>
                <a:spcPct val="150000"/>
              </a:lnSpc>
              <a:spcBef>
                <a:spcPts val="800"/>
              </a:spcBef>
              <a:spcAft>
                <a:spcPts val="0"/>
              </a:spcAft>
              <a:buClr>
                <a:schemeClr val="dk1"/>
              </a:buClr>
              <a:buSzPts val="1100"/>
              <a:buFont typeface="Arial"/>
              <a:buNone/>
            </a:pPr>
            <a:r>
              <a:rPr lang="en-US" sz="2100" b="1" dirty="0">
                <a:solidFill>
                  <a:schemeClr val="dk1"/>
                </a:solidFill>
                <a:latin typeface="Times New Roman"/>
                <a:ea typeface="Times New Roman"/>
                <a:cs typeface="Times New Roman"/>
                <a:sym typeface="Times New Roman"/>
              </a:rPr>
              <a:t>PAPER ID</a:t>
            </a:r>
            <a:r>
              <a:rPr lang="en-US" sz="2100" dirty="0">
                <a:solidFill>
                  <a:schemeClr val="dk1"/>
                </a:solidFill>
                <a:latin typeface="Times New Roman"/>
                <a:ea typeface="Times New Roman"/>
                <a:cs typeface="Times New Roman"/>
                <a:sym typeface="Times New Roman"/>
              </a:rPr>
              <a:t>: VIEW26_RC_065</a:t>
            </a:r>
            <a:endParaRPr sz="2100" dirty="0">
              <a:solidFill>
                <a:schemeClr val="dk1"/>
              </a:solidFill>
              <a:latin typeface="Times New Roman"/>
              <a:ea typeface="Times New Roman"/>
              <a:cs typeface="Times New Roman"/>
              <a:sym typeface="Times New Roman"/>
            </a:endParaRPr>
          </a:p>
          <a:p>
            <a:pPr algn="just">
              <a:lnSpc>
                <a:spcPct val="150000"/>
              </a:lnSpc>
              <a:spcBef>
                <a:spcPts val="800"/>
              </a:spcBef>
              <a:buClr>
                <a:schemeClr val="dk1"/>
              </a:buClr>
              <a:buSzPts val="1100"/>
            </a:pPr>
            <a:r>
              <a:rPr lang="en-US" sz="2100" dirty="0">
                <a:solidFill>
                  <a:schemeClr val="dk1"/>
                </a:solidFill>
                <a:latin typeface="Times New Roman"/>
                <a:ea typeface="Times New Roman"/>
                <a:cs typeface="Times New Roman"/>
                <a:sym typeface="Times New Roman"/>
              </a:rPr>
              <a:t>Accepted for presentation at Research Conclave 2026,organized by </a:t>
            </a:r>
            <a:r>
              <a:rPr lang="en-US" sz="2100" dirty="0" err="1">
                <a:solidFill>
                  <a:schemeClr val="dk1"/>
                </a:solidFill>
                <a:latin typeface="Times New Roman"/>
                <a:ea typeface="Times New Roman"/>
                <a:cs typeface="Times New Roman"/>
                <a:sym typeface="Times New Roman"/>
              </a:rPr>
              <a:t>vignan’s</a:t>
            </a:r>
            <a:r>
              <a:rPr lang="en-US" sz="2100" dirty="0">
                <a:solidFill>
                  <a:schemeClr val="dk1"/>
                </a:solidFill>
                <a:latin typeface="Times New Roman"/>
                <a:ea typeface="Times New Roman"/>
                <a:cs typeface="Times New Roman"/>
                <a:sym typeface="Times New Roman"/>
              </a:rPr>
              <a:t> Institute of Engineering for </a:t>
            </a:r>
            <a:r>
              <a:rPr lang="en-US" sz="2100" dirty="0" err="1">
                <a:solidFill>
                  <a:schemeClr val="dk1"/>
                </a:solidFill>
                <a:latin typeface="Times New Roman"/>
                <a:ea typeface="Times New Roman"/>
                <a:cs typeface="Times New Roman"/>
                <a:sym typeface="Times New Roman"/>
              </a:rPr>
              <a:t>Women,Visakhapatnam</a:t>
            </a:r>
            <a:r>
              <a:rPr lang="en-US" sz="2100" dirty="0">
                <a:solidFill>
                  <a:schemeClr val="dk1"/>
                </a:solidFill>
                <a:latin typeface="Times New Roman"/>
                <a:ea typeface="Times New Roman"/>
                <a:cs typeface="Times New Roman"/>
                <a:sym typeface="Times New Roman"/>
              </a:rPr>
              <a:t>, India on </a:t>
            </a:r>
            <a:r>
              <a:rPr lang="en-US" sz="2100" b="1" dirty="0">
                <a:solidFill>
                  <a:schemeClr val="dk1"/>
                </a:solidFill>
                <a:latin typeface="Times New Roman"/>
                <a:ea typeface="Times New Roman"/>
                <a:cs typeface="Times New Roman"/>
                <a:sym typeface="Times New Roman"/>
              </a:rPr>
              <a:t>26-February-2026.</a:t>
            </a:r>
            <a:r>
              <a:rPr lang="en-US" sz="2400" dirty="0"/>
              <a:t> </a:t>
            </a:r>
            <a:r>
              <a:rPr lang="en-US" sz="2100" dirty="0">
                <a:latin typeface="Times New Roman" panose="02020603050405020304" pitchFamily="18" charset="0"/>
                <a:cs typeface="Times New Roman" panose="02020603050405020304" pitchFamily="18" charset="0"/>
              </a:rPr>
              <a:t>The work focuses on a hybrid ensemble model combining CNN and QSVM for </a:t>
            </a:r>
            <a:r>
              <a:rPr lang="en-US" sz="2100" dirty="0" err="1">
                <a:latin typeface="Times New Roman" panose="02020603050405020304" pitchFamily="18" charset="0"/>
                <a:cs typeface="Times New Roman" panose="02020603050405020304" pitchFamily="18" charset="0"/>
              </a:rPr>
              <a:t>robus</a:t>
            </a:r>
            <a:r>
              <a:rPr lang="en-US" sz="2100" dirty="0">
                <a:latin typeface="Times New Roman" panose="02020603050405020304" pitchFamily="18" charset="0"/>
                <a:cs typeface="Times New Roman" panose="02020603050405020304" pitchFamily="18" charset="0"/>
              </a:rPr>
              <a:t> classification under noisy conditions</a:t>
            </a:r>
          </a:p>
          <a:p>
            <a:pPr marL="0" lvl="0" indent="0" algn="just" rtl="0">
              <a:lnSpc>
                <a:spcPct val="150000"/>
              </a:lnSpc>
              <a:spcBef>
                <a:spcPts val="800"/>
              </a:spcBef>
              <a:spcAft>
                <a:spcPts val="0"/>
              </a:spcAft>
              <a:buClr>
                <a:schemeClr val="dk1"/>
              </a:buClr>
              <a:buSzPts val="1100"/>
              <a:buFont typeface="Arial"/>
              <a:buNone/>
            </a:pPr>
            <a:endParaRPr sz="2100" b="1" dirty="0">
              <a:solidFill>
                <a:schemeClr val="dk1"/>
              </a:solidFill>
              <a:latin typeface="Times New Roman"/>
              <a:ea typeface="Times New Roman"/>
              <a:cs typeface="Times New Roman"/>
              <a:sym typeface="Times New Roman"/>
            </a:endParaRPr>
          </a:p>
          <a:p>
            <a:pPr marL="0" lvl="0" indent="0" algn="just" rtl="0">
              <a:lnSpc>
                <a:spcPct val="150000"/>
              </a:lnSpc>
              <a:spcBef>
                <a:spcPts val="800"/>
              </a:spcBef>
              <a:spcAft>
                <a:spcPts val="0"/>
              </a:spcAft>
              <a:buClr>
                <a:schemeClr val="dk1"/>
              </a:buClr>
              <a:buSzPts val="1100"/>
              <a:buFont typeface="Arial"/>
              <a:buNone/>
            </a:pPr>
            <a:endParaRPr sz="2100" dirty="0">
              <a:solidFill>
                <a:schemeClr val="dk1"/>
              </a:solidFill>
              <a:latin typeface="Times New Roman"/>
              <a:ea typeface="Times New Roman"/>
              <a:cs typeface="Times New Roman"/>
              <a:sym typeface="Times New Roman"/>
            </a:endParaRPr>
          </a:p>
          <a:p>
            <a:pPr marL="0" marR="0" lvl="0" indent="0" algn="l" rtl="0">
              <a:lnSpc>
                <a:spcPct val="100000"/>
              </a:lnSpc>
              <a:spcBef>
                <a:spcPts val="800"/>
              </a:spcBef>
              <a:spcAft>
                <a:spcPts val="0"/>
              </a:spcAft>
              <a:buClr>
                <a:srgbClr val="000000"/>
              </a:buClr>
              <a:buSzPts val="2600"/>
              <a:buFont typeface="Arial"/>
              <a:buNone/>
            </a:pPr>
            <a:endParaRPr sz="2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2cdf3ccdc61_0_0"/>
          <p:cNvSpPr txBox="1">
            <a:spLocks noGrp="1"/>
          </p:cNvSpPr>
          <p:nvPr>
            <p:ph type="title"/>
          </p:nvPr>
        </p:nvSpPr>
        <p:spPr>
          <a:xfrm>
            <a:off x="280414" y="100509"/>
            <a:ext cx="7293300" cy="768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200"/>
              <a:buFont typeface="Arial Black"/>
              <a:buNone/>
            </a:pPr>
            <a:r>
              <a:rPr lang="en-US" sz="3200">
                <a:solidFill>
                  <a:srgbClr val="BB2529"/>
                </a:solidFill>
              </a:rPr>
              <a:t>Major Modules </a:t>
            </a:r>
            <a:endParaRPr sz="3200" cap="none">
              <a:solidFill>
                <a:srgbClr val="BB2529"/>
              </a:solidFill>
            </a:endParaRPr>
          </a:p>
        </p:txBody>
      </p:sp>
      <p:sp>
        <p:nvSpPr>
          <p:cNvPr id="275" name="Google Shape;275;g2cdf3ccdc61_0_0"/>
          <p:cNvSpPr txBox="1"/>
          <p:nvPr/>
        </p:nvSpPr>
        <p:spPr>
          <a:xfrm>
            <a:off x="673550" y="1561425"/>
            <a:ext cx="9705300" cy="4194300"/>
          </a:xfrm>
          <a:prstGeom prst="rect">
            <a:avLst/>
          </a:prstGeom>
          <a:solidFill>
            <a:schemeClr val="lt1"/>
          </a:solidFill>
          <a:ln>
            <a:noFill/>
          </a:ln>
        </p:spPr>
        <p:txBody>
          <a:bodyPr spcFirstLastPara="1" wrap="square" lIns="91425" tIns="91425" rIns="91425" bIns="91425" anchor="t" anchorCtr="0">
            <a:noAutofit/>
          </a:bodyPr>
          <a:lstStyle/>
          <a:p>
            <a:pPr>
              <a:lnSpc>
                <a:spcPct val="150000"/>
              </a:lnSpc>
              <a:buFont typeface="Arial" pitchFamily="34" charset="0"/>
              <a:buChar char="•"/>
            </a:pPr>
            <a:r>
              <a:rPr lang="en-US" sz="1800" dirty="0">
                <a:latin typeface="Times New Roman" pitchFamily="18" charset="0"/>
                <a:cs typeface="Times New Roman" pitchFamily="18" charset="0"/>
              </a:rPr>
              <a:t> Data Preprocessing Module Cleans and prepares noisy datasets using normalization, feature scaling,                                                and noise injection techniques. </a:t>
            </a:r>
          </a:p>
          <a:p>
            <a:pPr>
              <a:lnSpc>
                <a:spcPct val="150000"/>
              </a:lnSpc>
              <a:buFont typeface="Arial" pitchFamily="34" charset="0"/>
              <a:buChar char="•"/>
            </a:pPr>
            <a:r>
              <a:rPr lang="en-US" sz="1800" dirty="0">
                <a:latin typeface="Times New Roman" pitchFamily="18" charset="0"/>
                <a:cs typeface="Times New Roman" pitchFamily="18" charset="0"/>
              </a:rPr>
              <a:t> Feature Extraction Module Uses Neural Networks (</a:t>
            </a:r>
            <a:r>
              <a:rPr lang="en-US" sz="1800" dirty="0" err="1">
                <a:latin typeface="Times New Roman" pitchFamily="18" charset="0"/>
                <a:cs typeface="Times New Roman" pitchFamily="18" charset="0"/>
              </a:rPr>
              <a:t>TensorFlow</a:t>
            </a: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PyTorch</a:t>
            </a:r>
            <a:r>
              <a:rPr lang="en-US" sz="1800" dirty="0">
                <a:latin typeface="Times New Roman" pitchFamily="18" charset="0"/>
                <a:cs typeface="Times New Roman" pitchFamily="18" charset="0"/>
              </a:rPr>
              <a:t>) to extract meaningful and noise-resilient features. </a:t>
            </a:r>
          </a:p>
          <a:p>
            <a:pPr>
              <a:lnSpc>
                <a:spcPct val="150000"/>
              </a:lnSpc>
              <a:buFont typeface="Arial" pitchFamily="34" charset="0"/>
              <a:buChar char="•"/>
            </a:pPr>
            <a:r>
              <a:rPr lang="en-US" sz="1800" dirty="0">
                <a:latin typeface="Times New Roman" pitchFamily="18" charset="0"/>
                <a:cs typeface="Times New Roman" pitchFamily="18" charset="0"/>
              </a:rPr>
              <a:t> Anti-Noise QSVM Module Implements Quantum Support Vector Machine with weighted hinge loss to handle noisy data. </a:t>
            </a:r>
          </a:p>
          <a:p>
            <a:pPr>
              <a:lnSpc>
                <a:spcPct val="150000"/>
              </a:lnSpc>
              <a:buFont typeface="Arial" pitchFamily="34" charset="0"/>
              <a:buChar char="•"/>
            </a:pPr>
            <a:r>
              <a:rPr lang="en-US" sz="1800" dirty="0">
                <a:latin typeface="Times New Roman" pitchFamily="18" charset="0"/>
                <a:cs typeface="Times New Roman" pitchFamily="18" charset="0"/>
              </a:rPr>
              <a:t> Ensemble Learning Module Combines QSVM outputs with classical classifiers (SVM, Random Forest, etc.) for better accuracy. </a:t>
            </a:r>
          </a:p>
          <a:p>
            <a:pPr>
              <a:lnSpc>
                <a:spcPct val="150000"/>
              </a:lnSpc>
              <a:buFont typeface="Arial" pitchFamily="34" charset="0"/>
              <a:buChar char="•"/>
            </a:pPr>
            <a:r>
              <a:rPr lang="en-US" sz="1800" dirty="0">
                <a:latin typeface="Times New Roman" pitchFamily="18" charset="0"/>
                <a:cs typeface="Times New Roman" pitchFamily="18" charset="0"/>
              </a:rPr>
              <a:t> Evaluation Module Compares performance using accuracy, precision, recall, and robustness under different noise types. </a:t>
            </a:r>
          </a:p>
          <a:p>
            <a:pPr marL="0" marR="0" lvl="0" indent="0" rtl="0">
              <a:lnSpc>
                <a:spcPct val="150000"/>
              </a:lnSpc>
              <a:spcBef>
                <a:spcPts val="0"/>
              </a:spcBef>
              <a:spcAft>
                <a:spcPts val="0"/>
              </a:spcAft>
              <a:buClr>
                <a:schemeClr val="dk1"/>
              </a:buClr>
              <a:buSzPts val="1100"/>
            </a:pPr>
            <a:endParaRPr sz="1800" i="0" u="none" strike="noStrike" cap="none">
              <a:solidFill>
                <a:schemeClr val="dk1"/>
              </a:solidFill>
              <a:latin typeface="Times New Roman" pitchFamily="18" charset="0"/>
              <a:ea typeface="Times New Roman"/>
              <a:cs typeface="Times New Roman"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7"/>
          <p:cNvSpPr/>
          <p:nvPr/>
        </p:nvSpPr>
        <p:spPr>
          <a:xfrm>
            <a:off x="3535125" y="1208314"/>
            <a:ext cx="7609125" cy="4524275"/>
          </a:xfrm>
          <a:prstGeom prst="rect">
            <a:avLst/>
          </a:prstGeom>
          <a:noFill/>
          <a:ln>
            <a:noFill/>
          </a:ln>
        </p:spPr>
        <p:txBody>
          <a:bodyPr spcFirstLastPara="1" wrap="square" lIns="91425" tIns="45700" rIns="91425" bIns="45700" anchor="t" anchorCtr="0">
            <a:spAutoFit/>
          </a:bodyPr>
          <a:lstStyle/>
          <a:p>
            <a:pPr lvl="0" algn="just">
              <a:lnSpc>
                <a:spcPct val="150000"/>
              </a:lnSpc>
            </a:pPr>
            <a:r>
              <a:rPr lang="en-US" dirty="0">
                <a:solidFill>
                  <a:srgbClr val="BB2529"/>
                </a:solidFill>
                <a:latin typeface="Times New Roman" pitchFamily="18" charset="0"/>
                <a:ea typeface="EB Garamond"/>
                <a:cs typeface="Times New Roman" pitchFamily="18" charset="0"/>
                <a:sym typeface="EB Garamond"/>
              </a:rPr>
              <a:t>Technology Stack </a:t>
            </a:r>
          </a:p>
          <a:p>
            <a:pPr lvl="0" algn="just">
              <a:lnSpc>
                <a:spcPct val="150000"/>
              </a:lnSpc>
            </a:pPr>
            <a:r>
              <a:rPr lang="en-US" dirty="0">
                <a:solidFill>
                  <a:schemeClr val="tx1"/>
                </a:solidFill>
                <a:latin typeface="Times New Roman" pitchFamily="18" charset="0"/>
                <a:ea typeface="EB Garamond"/>
                <a:cs typeface="Times New Roman" pitchFamily="18" charset="0"/>
                <a:sym typeface="EB Garamond"/>
              </a:rPr>
              <a:t>         1. </a:t>
            </a:r>
            <a:r>
              <a:rPr lang="en-IN" dirty="0">
                <a:solidFill>
                  <a:schemeClr val="tx1"/>
                </a:solidFill>
                <a:latin typeface="Times New Roman" pitchFamily="18" charset="0"/>
                <a:ea typeface="EB Garamond"/>
                <a:cs typeface="Times New Roman" pitchFamily="18" charset="0"/>
                <a:sym typeface="EB Garamond"/>
              </a:rPr>
              <a:t>Q</a:t>
            </a:r>
            <a:r>
              <a:rPr lang="en-IN" dirty="0">
                <a:solidFill>
                  <a:schemeClr val="tx1"/>
                </a:solidFill>
                <a:latin typeface="Times New Roman" pitchFamily="18" charset="0"/>
                <a:cs typeface="Times New Roman" pitchFamily="18" charset="0"/>
              </a:rPr>
              <a:t>uantum </a:t>
            </a:r>
            <a:r>
              <a:rPr lang="en-IN" dirty="0">
                <a:latin typeface="Times New Roman" pitchFamily="18" charset="0"/>
                <a:cs typeface="Times New Roman" pitchFamily="18" charset="0"/>
              </a:rPr>
              <a:t>Computing Tools:</a:t>
            </a:r>
          </a:p>
          <a:p>
            <a:pPr lvl="0" algn="just">
              <a:lnSpc>
                <a:spcPct val="150000"/>
              </a:lnSpc>
            </a:pP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Qiskit</a:t>
            </a:r>
            <a:r>
              <a:rPr lang="en-IN" dirty="0">
                <a:latin typeface="Times New Roman" pitchFamily="18" charset="0"/>
                <a:cs typeface="Times New Roman" pitchFamily="18" charset="0"/>
              </a:rPr>
              <a:t> (IBM Quantum) for quantum circuit design, simulation, and noise </a:t>
            </a:r>
            <a:r>
              <a:rPr lang="en-IN" dirty="0" err="1">
                <a:latin typeface="Times New Roman" pitchFamily="18" charset="0"/>
                <a:cs typeface="Times New Roman" pitchFamily="18" charset="0"/>
              </a:rPr>
              <a:t>modeling</a:t>
            </a:r>
            <a:endParaRPr lang="en-IN"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         2. Classical Machine Learning Frameworks:</a:t>
            </a:r>
          </a:p>
          <a:p>
            <a:pPr lvl="1" algn="just">
              <a:lnSpc>
                <a:spcPct val="150000"/>
              </a:lnSpc>
            </a:pPr>
            <a:r>
              <a:rPr lang="en-US" dirty="0">
                <a:latin typeface="Times New Roman" pitchFamily="18" charset="0"/>
                <a:cs typeface="Times New Roman" pitchFamily="18" charset="0"/>
              </a:rPr>
              <a:t>                 Python libraries: </a:t>
            </a:r>
            <a:r>
              <a:rPr lang="en-US" dirty="0" err="1">
                <a:latin typeface="Times New Roman" pitchFamily="18" charset="0"/>
                <a:cs typeface="Times New Roman" pitchFamily="18" charset="0"/>
              </a:rPr>
              <a:t>scikit</a:t>
            </a:r>
            <a:r>
              <a:rPr lang="en-US" dirty="0">
                <a:latin typeface="Times New Roman" pitchFamily="18" charset="0"/>
                <a:cs typeface="Times New Roman" pitchFamily="18" charset="0"/>
              </a:rPr>
              <a:t>-learn (for SVM, ensemble classifiers)</a:t>
            </a:r>
          </a:p>
          <a:p>
            <a:pPr lvl="1" algn="just">
              <a:lnSpc>
                <a:spcPct val="150000"/>
              </a:lnSpc>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TensorFlow</a:t>
            </a:r>
            <a:r>
              <a:rPr lang="en-US" dirty="0">
                <a:latin typeface="Times New Roman" pitchFamily="18" charset="0"/>
                <a:cs typeface="Times New Roman" pitchFamily="18" charset="0"/>
              </a:rPr>
              <a:t> or </a:t>
            </a:r>
            <a:r>
              <a:rPr lang="en-US" dirty="0" err="1">
                <a:latin typeface="Times New Roman" pitchFamily="18" charset="0"/>
                <a:cs typeface="Times New Roman" pitchFamily="18" charset="0"/>
              </a:rPr>
              <a:t>PyTorch</a:t>
            </a:r>
            <a:r>
              <a:rPr lang="en-US" dirty="0">
                <a:latin typeface="Times New Roman" pitchFamily="18" charset="0"/>
                <a:cs typeface="Times New Roman" pitchFamily="18" charset="0"/>
              </a:rPr>
              <a:t> (for neural network feature extraction)</a:t>
            </a:r>
          </a:p>
          <a:p>
            <a:pPr algn="just">
              <a:lnSpc>
                <a:spcPct val="150000"/>
              </a:lnSpc>
            </a:pPr>
            <a:r>
              <a:rPr lang="en-US" dirty="0">
                <a:latin typeface="Times New Roman" pitchFamily="18" charset="0"/>
                <a:cs typeface="Times New Roman" pitchFamily="18" charset="0"/>
              </a:rPr>
              <a:t>         3. Data Processing:</a:t>
            </a:r>
          </a:p>
          <a:p>
            <a:pPr lvl="1" algn="just">
              <a:lnSpc>
                <a:spcPct val="150000"/>
              </a:lnSpc>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NumPy</a:t>
            </a:r>
            <a:r>
              <a:rPr lang="en-US" dirty="0">
                <a:latin typeface="Times New Roman" pitchFamily="18" charset="0"/>
                <a:cs typeface="Times New Roman" pitchFamily="18" charset="0"/>
              </a:rPr>
              <a:t>, Pandas, </a:t>
            </a:r>
            <a:r>
              <a:rPr lang="en-US" dirty="0" err="1">
                <a:latin typeface="Times New Roman" pitchFamily="18" charset="0"/>
                <a:cs typeface="Times New Roman" pitchFamily="18" charset="0"/>
              </a:rPr>
              <a:t>SciPy</a:t>
            </a:r>
            <a:r>
              <a:rPr lang="en-US" dirty="0">
                <a:latin typeface="Times New Roman" pitchFamily="18" charset="0"/>
                <a:cs typeface="Times New Roman" pitchFamily="18" charset="0"/>
              </a:rPr>
              <a:t> for numerical data manipulation and preprocessing</a:t>
            </a:r>
          </a:p>
          <a:p>
            <a:pPr lvl="1" algn="just">
              <a:lnSpc>
                <a:spcPct val="150000"/>
              </a:lnSpc>
            </a:pPr>
            <a:br>
              <a:rPr lang="en-US" dirty="0">
                <a:solidFill>
                  <a:srgbClr val="BB2529"/>
                </a:solidFill>
                <a:latin typeface="Times New Roman" pitchFamily="18" charset="0"/>
                <a:ea typeface="EB Garamond"/>
                <a:cs typeface="Times New Roman" pitchFamily="18" charset="0"/>
                <a:sym typeface="EB Garamond"/>
              </a:rPr>
            </a:br>
            <a:r>
              <a:rPr lang="en-US" dirty="0">
                <a:solidFill>
                  <a:srgbClr val="BB2529"/>
                </a:solidFill>
                <a:latin typeface="Times New Roman" pitchFamily="18" charset="0"/>
                <a:ea typeface="EB Garamond"/>
                <a:cs typeface="Times New Roman" pitchFamily="18" charset="0"/>
                <a:sym typeface="EB Garamond"/>
              </a:rPr>
              <a:t>Datasets</a:t>
            </a:r>
          </a:p>
          <a:p>
            <a:pPr lvl="1" algn="just">
              <a:lnSpc>
                <a:spcPct val="150000"/>
              </a:lnSpc>
            </a:pPr>
            <a:r>
              <a:rPr lang="en-IN" dirty="0">
                <a:latin typeface="Times New Roman" pitchFamily="18" charset="0"/>
                <a:cs typeface="Times New Roman" pitchFamily="18" charset="0"/>
              </a:rPr>
              <a:t>Public benchmark datasets with suitable noisy data:</a:t>
            </a:r>
          </a:p>
          <a:p>
            <a:pPr lvl="1" algn="just">
              <a:lnSpc>
                <a:spcPct val="150000"/>
              </a:lnSpc>
            </a:pPr>
            <a:r>
              <a:rPr lang="en-IN" dirty="0">
                <a:latin typeface="Times New Roman" pitchFamily="18" charset="0"/>
                <a:cs typeface="Times New Roman" pitchFamily="18" charset="0"/>
              </a:rPr>
              <a:t>            Handwritten digit recognition datasets (e.g., MNIST with noise   augmentation)</a:t>
            </a: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EB Garamond"/>
              <a:ea typeface="EB Garamond"/>
              <a:cs typeface="EB Garamond"/>
              <a:sym typeface="EB Garamond"/>
            </a:endParaRPr>
          </a:p>
        </p:txBody>
      </p:sp>
      <p:sp>
        <p:nvSpPr>
          <p:cNvPr id="281" name="Google Shape;281;p7"/>
          <p:cNvSpPr txBox="1">
            <a:spLocks noGrp="1"/>
          </p:cNvSpPr>
          <p:nvPr>
            <p:ph type="title"/>
          </p:nvPr>
        </p:nvSpPr>
        <p:spPr>
          <a:xfrm>
            <a:off x="195625" y="100509"/>
            <a:ext cx="7293404" cy="768096"/>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200"/>
              <a:buFont typeface="Arial Black"/>
              <a:buNone/>
            </a:pPr>
            <a:r>
              <a:rPr lang="en-US" sz="3200" cap="none">
                <a:solidFill>
                  <a:srgbClr val="BB2529"/>
                </a:solidFill>
              </a:rPr>
              <a:t>Project Requisites:</a:t>
            </a:r>
            <a:endParaRPr sz="3200" cap="none">
              <a:solidFill>
                <a:srgbClr val="BB252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2b9eba2301a_0_0"/>
          <p:cNvSpPr txBox="1">
            <a:spLocks noGrp="1"/>
          </p:cNvSpPr>
          <p:nvPr>
            <p:ph type="title"/>
          </p:nvPr>
        </p:nvSpPr>
        <p:spPr>
          <a:xfrm>
            <a:off x="7653" y="210306"/>
            <a:ext cx="6766500" cy="768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200"/>
              <a:buFont typeface="Arial Black"/>
              <a:buNone/>
            </a:pPr>
            <a:r>
              <a:rPr lang="en-US" sz="3200" dirty="0">
                <a:solidFill>
                  <a:srgbClr val="BB2529"/>
                </a:solidFill>
              </a:rPr>
              <a:t> System Design: </a:t>
            </a:r>
            <a:endParaRPr/>
          </a:p>
        </p:txBody>
      </p:sp>
      <p:sp>
        <p:nvSpPr>
          <p:cNvPr id="296" name="Google Shape;296;g2b9eba2301a_0_0"/>
          <p:cNvSpPr txBox="1">
            <a:spLocks noGrp="1"/>
          </p:cNvSpPr>
          <p:nvPr>
            <p:ph type="sldNum" idx="12"/>
          </p:nvPr>
        </p:nvSpPr>
        <p:spPr>
          <a:xfrm>
            <a:off x="10945368" y="457200"/>
            <a:ext cx="987600" cy="274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0000"/>
              </a:buClr>
              <a:buSzPts val="1200"/>
              <a:buFont typeface="Arial"/>
              <a:buNone/>
            </a:pPr>
            <a:fld id="{00000000-1234-1234-1234-123412341234}" type="slidenum">
              <a:rPr lang="en-US"/>
              <a:pPr marL="0" lvl="0" indent="0" algn="ctr" rtl="0">
                <a:lnSpc>
                  <a:spcPct val="100000"/>
                </a:lnSpc>
                <a:spcBef>
                  <a:spcPts val="0"/>
                </a:spcBef>
                <a:spcAft>
                  <a:spcPts val="0"/>
                </a:spcAft>
                <a:buClr>
                  <a:srgbClr val="000000"/>
                </a:buClr>
                <a:buSzPts val="1200"/>
                <a:buFont typeface="Arial"/>
                <a:buNone/>
              </a:pPr>
              <a:t>7</a:t>
            </a:fld>
            <a:endParaRPr/>
          </a:p>
        </p:txBody>
      </p:sp>
      <p:pic>
        <p:nvPicPr>
          <p:cNvPr id="6" name="Picture 5">
            <a:extLst>
              <a:ext uri="{FF2B5EF4-FFF2-40B4-BE49-F238E27FC236}">
                <a16:creationId xmlns:a16="http://schemas.microsoft.com/office/drawing/2014/main" id="{146D8BCD-ACBB-0B60-8291-24BE44A1D330}"/>
              </a:ext>
            </a:extLst>
          </p:cNvPr>
          <p:cNvPicPr>
            <a:picLocks noChangeAspect="1"/>
          </p:cNvPicPr>
          <p:nvPr/>
        </p:nvPicPr>
        <p:blipFill>
          <a:blip r:embed="rId3"/>
          <a:stretch>
            <a:fillRect/>
          </a:stretch>
        </p:blipFill>
        <p:spPr>
          <a:xfrm>
            <a:off x="4023806" y="1485901"/>
            <a:ext cx="7528114" cy="44294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2"/>
          <p:cNvSpPr txBox="1">
            <a:spLocks noGrp="1"/>
          </p:cNvSpPr>
          <p:nvPr>
            <p:ph type="title"/>
          </p:nvPr>
        </p:nvSpPr>
        <p:spPr>
          <a:xfrm>
            <a:off x="402336" y="347790"/>
            <a:ext cx="5693664" cy="76809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4400"/>
              <a:buFont typeface="Arial Black"/>
              <a:buNone/>
            </a:pPr>
            <a:r>
              <a:rPr lang="en-US" sz="3200">
                <a:solidFill>
                  <a:srgbClr val="BB2529"/>
                </a:solidFill>
              </a:rPr>
              <a:t>Implementation</a:t>
            </a:r>
            <a:endParaRPr sz="3200"/>
          </a:p>
        </p:txBody>
      </p:sp>
      <p:sp>
        <p:nvSpPr>
          <p:cNvPr id="303" name="Google Shape;303;p32"/>
          <p:cNvSpPr txBox="1">
            <a:spLocks noGrp="1"/>
          </p:cNvSpPr>
          <p:nvPr>
            <p:ph type="body" idx="1"/>
          </p:nvPr>
        </p:nvSpPr>
        <p:spPr>
          <a:xfrm>
            <a:off x="0" y="1115886"/>
            <a:ext cx="12191999" cy="5595998"/>
          </a:xfrm>
          <a:prstGeom prst="rect">
            <a:avLst/>
          </a:prstGeom>
          <a:noFill/>
          <a:ln>
            <a:noFill/>
          </a:ln>
        </p:spPr>
        <p:txBody>
          <a:bodyPr spcFirstLastPara="1" wrap="square" lIns="91425" tIns="45700" rIns="91425" bIns="45700" anchor="t" anchorCtr="0">
            <a:normAutofit/>
          </a:bodyPr>
          <a:lstStyle/>
          <a:p>
            <a:pPr marL="457200" lvl="0" indent="-228600" algn="l" rtl="0">
              <a:lnSpc>
                <a:spcPct val="150000"/>
              </a:lnSpc>
              <a:spcBef>
                <a:spcPts val="0"/>
              </a:spcBef>
              <a:spcAft>
                <a:spcPts val="0"/>
              </a:spcAft>
              <a:buClr>
                <a:schemeClr val="accent6"/>
              </a:buClr>
              <a:buSzPts val="2400"/>
              <a:buNone/>
            </a:pPr>
            <a:endParaRPr dirty="0"/>
          </a:p>
        </p:txBody>
      </p:sp>
      <p:sp>
        <p:nvSpPr>
          <p:cNvPr id="304" name="Google Shape;304;p32"/>
          <p:cNvSpPr txBox="1">
            <a:spLocks noGrp="1"/>
          </p:cNvSpPr>
          <p:nvPr>
            <p:ph type="sldNum" idx="4294967295"/>
          </p:nvPr>
        </p:nvSpPr>
        <p:spPr>
          <a:xfrm>
            <a:off x="11204575" y="457200"/>
            <a:ext cx="987425" cy="27463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pPr marL="0" lvl="0" indent="0" algn="ctr" rtl="0">
                <a:lnSpc>
                  <a:spcPct val="100000"/>
                </a:lnSpc>
                <a:spcBef>
                  <a:spcPts val="0"/>
                </a:spcBef>
                <a:spcAft>
                  <a:spcPts val="0"/>
                </a:spcAft>
                <a:buSzPts val="1200"/>
                <a:buNone/>
              </a:pPr>
              <a:t>8</a:t>
            </a:fld>
            <a:endParaRPr/>
          </a:p>
        </p:txBody>
      </p:sp>
      <p:sp>
        <p:nvSpPr>
          <p:cNvPr id="305" name="Google Shape;305;p32"/>
          <p:cNvSpPr txBox="1"/>
          <p:nvPr/>
        </p:nvSpPr>
        <p:spPr>
          <a:xfrm>
            <a:off x="1146436" y="4117901"/>
            <a:ext cx="3108543"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dirty="0" err="1">
                <a:latin typeface="Times New Roman"/>
                <a:cs typeface="Times New Roman"/>
                <a:sym typeface="Times New Roman"/>
              </a:rPr>
              <a:t>Qiskit</a:t>
            </a:r>
            <a:r>
              <a:rPr lang="en-US" sz="1800" dirty="0">
                <a:latin typeface="Times New Roman"/>
                <a:cs typeface="Times New Roman"/>
                <a:sym typeface="Times New Roman"/>
              </a:rPr>
              <a:t> Installation</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E8E3622-7E2C-57C8-DBCE-094EEF3E8A5E}"/>
              </a:ext>
            </a:extLst>
          </p:cNvPr>
          <p:cNvPicPr>
            <a:picLocks noChangeAspect="1"/>
          </p:cNvPicPr>
          <p:nvPr/>
        </p:nvPicPr>
        <p:blipFill>
          <a:blip r:embed="rId3"/>
          <a:stretch>
            <a:fillRect/>
          </a:stretch>
        </p:blipFill>
        <p:spPr>
          <a:xfrm>
            <a:off x="142613" y="1115886"/>
            <a:ext cx="6644081" cy="2987299"/>
          </a:xfrm>
          <a:prstGeom prst="rect">
            <a:avLst/>
          </a:prstGeom>
        </p:spPr>
      </p:pic>
      <p:pic>
        <p:nvPicPr>
          <p:cNvPr id="5" name="Picture 4">
            <a:extLst>
              <a:ext uri="{FF2B5EF4-FFF2-40B4-BE49-F238E27FC236}">
                <a16:creationId xmlns:a16="http://schemas.microsoft.com/office/drawing/2014/main" id="{1AFCAC71-544B-E354-6734-A1FD0F3113AC}"/>
              </a:ext>
            </a:extLst>
          </p:cNvPr>
          <p:cNvPicPr>
            <a:picLocks noChangeAspect="1"/>
          </p:cNvPicPr>
          <p:nvPr/>
        </p:nvPicPr>
        <p:blipFill>
          <a:blip r:embed="rId4"/>
          <a:stretch>
            <a:fillRect/>
          </a:stretch>
        </p:blipFill>
        <p:spPr>
          <a:xfrm>
            <a:off x="5150840" y="4009939"/>
            <a:ext cx="6467912" cy="2500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3"/>
          <p:cNvSpPr txBox="1">
            <a:spLocks noGrp="1"/>
          </p:cNvSpPr>
          <p:nvPr>
            <p:ph type="title"/>
          </p:nvPr>
        </p:nvSpPr>
        <p:spPr>
          <a:xfrm>
            <a:off x="402336" y="347790"/>
            <a:ext cx="5693664" cy="76809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4400"/>
              <a:buFont typeface="Arial Black"/>
              <a:buNone/>
            </a:pPr>
            <a:r>
              <a:rPr lang="en-US" sz="3200">
                <a:solidFill>
                  <a:srgbClr val="BB2529"/>
                </a:solidFill>
              </a:rPr>
              <a:t>Implementation</a:t>
            </a:r>
            <a:endParaRPr sz="3200"/>
          </a:p>
        </p:txBody>
      </p:sp>
      <p:sp>
        <p:nvSpPr>
          <p:cNvPr id="312" name="Google Shape;312;p33"/>
          <p:cNvSpPr txBox="1">
            <a:spLocks noGrp="1"/>
          </p:cNvSpPr>
          <p:nvPr>
            <p:ph type="body" idx="1"/>
          </p:nvPr>
        </p:nvSpPr>
        <p:spPr>
          <a:xfrm>
            <a:off x="0" y="1115886"/>
            <a:ext cx="12191999" cy="5595998"/>
          </a:xfrm>
          <a:prstGeom prst="rect">
            <a:avLst/>
          </a:prstGeom>
          <a:noFill/>
          <a:ln>
            <a:noFill/>
          </a:ln>
        </p:spPr>
        <p:txBody>
          <a:bodyPr spcFirstLastPara="1" wrap="square" lIns="91425" tIns="45700" rIns="91425" bIns="45700" anchor="t" anchorCtr="0">
            <a:normAutofit/>
          </a:bodyPr>
          <a:lstStyle/>
          <a:p>
            <a:pPr marL="457200" lvl="0" indent="-228600" algn="l" rtl="0">
              <a:lnSpc>
                <a:spcPct val="150000"/>
              </a:lnSpc>
              <a:spcBef>
                <a:spcPts val="0"/>
              </a:spcBef>
              <a:spcAft>
                <a:spcPts val="0"/>
              </a:spcAft>
              <a:buClr>
                <a:schemeClr val="accent6"/>
              </a:buClr>
              <a:buSzPts val="2400"/>
              <a:buNone/>
            </a:pPr>
            <a:r>
              <a:rPr lang="en-US"/>
              <a:t>.</a:t>
            </a:r>
            <a:endParaRPr/>
          </a:p>
        </p:txBody>
      </p:sp>
      <p:sp>
        <p:nvSpPr>
          <p:cNvPr id="313" name="Google Shape;313;p33"/>
          <p:cNvSpPr txBox="1">
            <a:spLocks noGrp="1"/>
          </p:cNvSpPr>
          <p:nvPr>
            <p:ph type="sldNum" idx="4294967295"/>
          </p:nvPr>
        </p:nvSpPr>
        <p:spPr>
          <a:xfrm>
            <a:off x="11204575" y="457200"/>
            <a:ext cx="987425" cy="27463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pPr marL="0" lvl="0" indent="0" algn="ctr" rtl="0">
                <a:lnSpc>
                  <a:spcPct val="100000"/>
                </a:lnSpc>
                <a:spcBef>
                  <a:spcPts val="0"/>
                </a:spcBef>
                <a:spcAft>
                  <a:spcPts val="0"/>
                </a:spcAft>
                <a:buSzPts val="1200"/>
                <a:buNone/>
              </a:pPr>
              <a:t>9</a:t>
            </a:fld>
            <a:endParaRPr/>
          </a:p>
        </p:txBody>
      </p:sp>
      <p:sp>
        <p:nvSpPr>
          <p:cNvPr id="315" name="Google Shape;315;p33"/>
          <p:cNvSpPr txBox="1"/>
          <p:nvPr/>
        </p:nvSpPr>
        <p:spPr>
          <a:xfrm>
            <a:off x="3746470" y="5714006"/>
            <a:ext cx="616585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Arial"/>
                <a:cs typeface="Times New Roman"/>
                <a:sym typeface="Times New Roman"/>
              </a:rPr>
              <a:t>Label Noise injected</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7600C349-6CB3-5C15-AA70-187E628A4528}"/>
              </a:ext>
            </a:extLst>
          </p:cNvPr>
          <p:cNvPicPr>
            <a:picLocks noChangeAspect="1"/>
          </p:cNvPicPr>
          <p:nvPr/>
        </p:nvPicPr>
        <p:blipFill>
          <a:blip r:embed="rId3"/>
          <a:stretch>
            <a:fillRect/>
          </a:stretch>
        </p:blipFill>
        <p:spPr>
          <a:xfrm>
            <a:off x="981512" y="1499935"/>
            <a:ext cx="8816829" cy="39839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4"/>
          <p:cNvSpPr txBox="1">
            <a:spLocks noGrp="1"/>
          </p:cNvSpPr>
          <p:nvPr>
            <p:ph type="title"/>
          </p:nvPr>
        </p:nvSpPr>
        <p:spPr>
          <a:xfrm>
            <a:off x="402336" y="347790"/>
            <a:ext cx="5693664" cy="76809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4400"/>
              <a:buFont typeface="Arial Black"/>
              <a:buNone/>
            </a:pPr>
            <a:r>
              <a:rPr lang="en-US" sz="3200">
                <a:solidFill>
                  <a:srgbClr val="BB2529"/>
                </a:solidFill>
              </a:rPr>
              <a:t>Implementation</a:t>
            </a:r>
            <a:endParaRPr sz="3200"/>
          </a:p>
        </p:txBody>
      </p:sp>
      <p:sp>
        <p:nvSpPr>
          <p:cNvPr id="321" name="Google Shape;321;p34"/>
          <p:cNvSpPr txBox="1">
            <a:spLocks noGrp="1"/>
          </p:cNvSpPr>
          <p:nvPr>
            <p:ph type="body" idx="1"/>
          </p:nvPr>
        </p:nvSpPr>
        <p:spPr>
          <a:xfrm>
            <a:off x="0" y="1115886"/>
            <a:ext cx="12191999" cy="5595998"/>
          </a:xfrm>
          <a:prstGeom prst="rect">
            <a:avLst/>
          </a:prstGeom>
          <a:noFill/>
          <a:ln>
            <a:noFill/>
          </a:ln>
        </p:spPr>
        <p:txBody>
          <a:bodyPr spcFirstLastPara="1" wrap="square" lIns="91425" tIns="45700" rIns="91425" bIns="45700" anchor="t" anchorCtr="0">
            <a:normAutofit/>
          </a:bodyPr>
          <a:lstStyle/>
          <a:p>
            <a:pPr marL="457200" lvl="0" indent="-228600" algn="l" rtl="0">
              <a:lnSpc>
                <a:spcPct val="150000"/>
              </a:lnSpc>
              <a:spcBef>
                <a:spcPts val="0"/>
              </a:spcBef>
              <a:spcAft>
                <a:spcPts val="0"/>
              </a:spcAft>
              <a:buClr>
                <a:schemeClr val="accent6"/>
              </a:buClr>
              <a:buSzPts val="2400"/>
              <a:buNone/>
            </a:pPr>
            <a:r>
              <a:rPr lang="en-US"/>
              <a:t>.</a:t>
            </a:r>
            <a:endParaRPr/>
          </a:p>
        </p:txBody>
      </p:sp>
      <p:sp>
        <p:nvSpPr>
          <p:cNvPr id="322" name="Google Shape;322;p34"/>
          <p:cNvSpPr txBox="1">
            <a:spLocks noGrp="1"/>
          </p:cNvSpPr>
          <p:nvPr>
            <p:ph type="sldNum" idx="4294967295"/>
          </p:nvPr>
        </p:nvSpPr>
        <p:spPr>
          <a:xfrm>
            <a:off x="11204575" y="457200"/>
            <a:ext cx="987425" cy="27463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pPr marL="0" lvl="0" indent="0" algn="ctr" rtl="0">
                <a:lnSpc>
                  <a:spcPct val="100000"/>
                </a:lnSpc>
                <a:spcBef>
                  <a:spcPts val="0"/>
                </a:spcBef>
                <a:spcAft>
                  <a:spcPts val="0"/>
                </a:spcAft>
                <a:buSzPts val="1200"/>
                <a:buNone/>
              </a:pPr>
              <a:t>10</a:t>
            </a:fld>
            <a:endParaRPr/>
          </a:p>
        </p:txBody>
      </p:sp>
      <p:sp>
        <p:nvSpPr>
          <p:cNvPr id="323" name="Google Shape;323;p34"/>
          <p:cNvSpPr txBox="1"/>
          <p:nvPr/>
        </p:nvSpPr>
        <p:spPr>
          <a:xfrm>
            <a:off x="1555423" y="4442869"/>
            <a:ext cx="6165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Feature Noise injected</a:t>
            </a:r>
            <a:endParaRPr dirty="0"/>
          </a:p>
        </p:txBody>
      </p:sp>
      <p:sp>
        <p:nvSpPr>
          <p:cNvPr id="324" name="Google Shape;324;p34"/>
          <p:cNvSpPr txBox="1"/>
          <p:nvPr/>
        </p:nvSpPr>
        <p:spPr>
          <a:xfrm>
            <a:off x="7145518" y="3044952"/>
            <a:ext cx="6165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CNN Model</a:t>
            </a:r>
            <a:endParaRPr dirty="0"/>
          </a:p>
        </p:txBody>
      </p:sp>
      <p:pic>
        <p:nvPicPr>
          <p:cNvPr id="3" name="Picture 2">
            <a:extLst>
              <a:ext uri="{FF2B5EF4-FFF2-40B4-BE49-F238E27FC236}">
                <a16:creationId xmlns:a16="http://schemas.microsoft.com/office/drawing/2014/main" id="{CEADCF61-CD4B-3860-049B-54B44EE39203}"/>
              </a:ext>
            </a:extLst>
          </p:cNvPr>
          <p:cNvPicPr>
            <a:picLocks noChangeAspect="1"/>
          </p:cNvPicPr>
          <p:nvPr/>
        </p:nvPicPr>
        <p:blipFill>
          <a:blip r:embed="rId3"/>
          <a:stretch>
            <a:fillRect/>
          </a:stretch>
        </p:blipFill>
        <p:spPr>
          <a:xfrm>
            <a:off x="644434" y="1115886"/>
            <a:ext cx="5552047" cy="3090354"/>
          </a:xfrm>
          <a:prstGeom prst="rect">
            <a:avLst/>
          </a:prstGeom>
        </p:spPr>
      </p:pic>
      <p:pic>
        <p:nvPicPr>
          <p:cNvPr id="5" name="Picture 4">
            <a:extLst>
              <a:ext uri="{FF2B5EF4-FFF2-40B4-BE49-F238E27FC236}">
                <a16:creationId xmlns:a16="http://schemas.microsoft.com/office/drawing/2014/main" id="{FB96DFDD-E0B6-E131-960B-CE95C888BE7B}"/>
              </a:ext>
            </a:extLst>
          </p:cNvPr>
          <p:cNvPicPr>
            <a:picLocks noChangeAspect="1"/>
          </p:cNvPicPr>
          <p:nvPr/>
        </p:nvPicPr>
        <p:blipFill>
          <a:blip r:embed="rId4"/>
          <a:stretch>
            <a:fillRect/>
          </a:stretch>
        </p:blipFill>
        <p:spPr>
          <a:xfrm>
            <a:off x="6196481" y="3429000"/>
            <a:ext cx="5168205" cy="33205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402336" y="347790"/>
            <a:ext cx="5693664" cy="76809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4400"/>
              <a:buFont typeface="Arial Black"/>
              <a:buNone/>
            </a:pPr>
            <a:r>
              <a:rPr lang="en-US" sz="3200">
                <a:solidFill>
                  <a:srgbClr val="BB2529"/>
                </a:solidFill>
              </a:rPr>
              <a:t>Implementation</a:t>
            </a:r>
            <a:endParaRPr sz="3200"/>
          </a:p>
        </p:txBody>
      </p:sp>
      <p:sp>
        <p:nvSpPr>
          <p:cNvPr id="332" name="Google Shape;332;p35"/>
          <p:cNvSpPr txBox="1">
            <a:spLocks noGrp="1"/>
          </p:cNvSpPr>
          <p:nvPr>
            <p:ph type="body" idx="1"/>
          </p:nvPr>
        </p:nvSpPr>
        <p:spPr>
          <a:xfrm>
            <a:off x="0" y="1115886"/>
            <a:ext cx="12191999" cy="5595998"/>
          </a:xfrm>
          <a:prstGeom prst="rect">
            <a:avLst/>
          </a:prstGeom>
          <a:noFill/>
          <a:ln>
            <a:noFill/>
          </a:ln>
        </p:spPr>
        <p:txBody>
          <a:bodyPr spcFirstLastPara="1" wrap="square" lIns="91425" tIns="45700" rIns="91425" bIns="45700" anchor="t" anchorCtr="0">
            <a:normAutofit/>
          </a:bodyPr>
          <a:lstStyle/>
          <a:p>
            <a:pPr marL="457200" lvl="0" indent="-228600" algn="l" rtl="0">
              <a:lnSpc>
                <a:spcPct val="150000"/>
              </a:lnSpc>
              <a:spcBef>
                <a:spcPts val="0"/>
              </a:spcBef>
              <a:spcAft>
                <a:spcPts val="0"/>
              </a:spcAft>
              <a:buClr>
                <a:schemeClr val="accent6"/>
              </a:buClr>
              <a:buSzPts val="2400"/>
              <a:buNone/>
            </a:pPr>
            <a:r>
              <a:rPr lang="en-US"/>
              <a:t>.</a:t>
            </a:r>
            <a:endParaRPr/>
          </a:p>
        </p:txBody>
      </p:sp>
      <p:sp>
        <p:nvSpPr>
          <p:cNvPr id="333" name="Google Shape;333;p35"/>
          <p:cNvSpPr txBox="1">
            <a:spLocks noGrp="1"/>
          </p:cNvSpPr>
          <p:nvPr>
            <p:ph type="sldNum" idx="4294967295"/>
          </p:nvPr>
        </p:nvSpPr>
        <p:spPr>
          <a:xfrm>
            <a:off x="11204575" y="457200"/>
            <a:ext cx="987425" cy="27463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pPr marL="0" lvl="0" indent="0" algn="ctr" rtl="0">
                <a:lnSpc>
                  <a:spcPct val="100000"/>
                </a:lnSpc>
                <a:spcBef>
                  <a:spcPts val="0"/>
                </a:spcBef>
                <a:spcAft>
                  <a:spcPts val="0"/>
                </a:spcAft>
                <a:buSzPts val="1200"/>
                <a:buNone/>
              </a:pPr>
              <a:t>11</a:t>
            </a:fld>
            <a:endParaRPr/>
          </a:p>
        </p:txBody>
      </p:sp>
      <p:sp>
        <p:nvSpPr>
          <p:cNvPr id="335" name="Google Shape;335;p35"/>
          <p:cNvSpPr txBox="1"/>
          <p:nvPr/>
        </p:nvSpPr>
        <p:spPr>
          <a:xfrm>
            <a:off x="4392891" y="5425593"/>
            <a:ext cx="6165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Lung Cancer Dataset</a:t>
            </a:r>
            <a:endParaRPr dirty="0"/>
          </a:p>
        </p:txBody>
      </p:sp>
      <p:pic>
        <p:nvPicPr>
          <p:cNvPr id="3" name="Picture 2">
            <a:extLst>
              <a:ext uri="{FF2B5EF4-FFF2-40B4-BE49-F238E27FC236}">
                <a16:creationId xmlns:a16="http://schemas.microsoft.com/office/drawing/2014/main" id="{CAC411F7-0814-957B-5A50-62DC15D93157}"/>
              </a:ext>
            </a:extLst>
          </p:cNvPr>
          <p:cNvPicPr>
            <a:picLocks noChangeAspect="1"/>
          </p:cNvPicPr>
          <p:nvPr/>
        </p:nvPicPr>
        <p:blipFill>
          <a:blip r:embed="rId3"/>
          <a:stretch>
            <a:fillRect/>
          </a:stretch>
        </p:blipFill>
        <p:spPr>
          <a:xfrm>
            <a:off x="1149292" y="1424204"/>
            <a:ext cx="9806730" cy="40095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6"/>
          <p:cNvSpPr txBox="1">
            <a:spLocks noGrp="1"/>
          </p:cNvSpPr>
          <p:nvPr>
            <p:ph type="title"/>
          </p:nvPr>
        </p:nvSpPr>
        <p:spPr>
          <a:xfrm>
            <a:off x="402336" y="347790"/>
            <a:ext cx="5693664" cy="76809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4400"/>
              <a:buFont typeface="Arial Black"/>
              <a:buNone/>
            </a:pPr>
            <a:r>
              <a:rPr lang="en-US" sz="3200">
                <a:solidFill>
                  <a:srgbClr val="BB2529"/>
                </a:solidFill>
              </a:rPr>
              <a:t>Implementation</a:t>
            </a:r>
            <a:endParaRPr sz="3200"/>
          </a:p>
        </p:txBody>
      </p:sp>
      <p:sp>
        <p:nvSpPr>
          <p:cNvPr id="341" name="Google Shape;341;p36"/>
          <p:cNvSpPr txBox="1">
            <a:spLocks noGrp="1"/>
          </p:cNvSpPr>
          <p:nvPr>
            <p:ph type="body" idx="1"/>
          </p:nvPr>
        </p:nvSpPr>
        <p:spPr>
          <a:xfrm>
            <a:off x="0" y="1115886"/>
            <a:ext cx="12191999" cy="5595998"/>
          </a:xfrm>
          <a:prstGeom prst="rect">
            <a:avLst/>
          </a:prstGeom>
          <a:noFill/>
          <a:ln>
            <a:noFill/>
          </a:ln>
        </p:spPr>
        <p:txBody>
          <a:bodyPr spcFirstLastPara="1" wrap="square" lIns="91425" tIns="45700" rIns="91425" bIns="45700" anchor="t" anchorCtr="0">
            <a:normAutofit/>
          </a:bodyPr>
          <a:lstStyle/>
          <a:p>
            <a:pPr marL="457200" lvl="0" indent="-228600" algn="l" rtl="0">
              <a:lnSpc>
                <a:spcPct val="150000"/>
              </a:lnSpc>
              <a:spcBef>
                <a:spcPts val="0"/>
              </a:spcBef>
              <a:spcAft>
                <a:spcPts val="0"/>
              </a:spcAft>
              <a:buClr>
                <a:schemeClr val="accent6"/>
              </a:buClr>
              <a:buSzPts val="2400"/>
              <a:buNone/>
            </a:pPr>
            <a:r>
              <a:rPr lang="en-US"/>
              <a:t>.</a:t>
            </a:r>
            <a:endParaRPr/>
          </a:p>
        </p:txBody>
      </p:sp>
      <p:sp>
        <p:nvSpPr>
          <p:cNvPr id="342" name="Google Shape;342;p36"/>
          <p:cNvSpPr txBox="1">
            <a:spLocks noGrp="1"/>
          </p:cNvSpPr>
          <p:nvPr>
            <p:ph type="sldNum" idx="4294967295"/>
          </p:nvPr>
        </p:nvSpPr>
        <p:spPr>
          <a:xfrm>
            <a:off x="11204575" y="457200"/>
            <a:ext cx="987425" cy="27463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pPr marL="0" lvl="0" indent="0" algn="ctr" rtl="0">
                <a:lnSpc>
                  <a:spcPct val="100000"/>
                </a:lnSpc>
                <a:spcBef>
                  <a:spcPts val="0"/>
                </a:spcBef>
                <a:spcAft>
                  <a:spcPts val="0"/>
                </a:spcAft>
                <a:buSzPts val="1200"/>
                <a:buNone/>
              </a:pPr>
              <a:t>12</a:t>
            </a:fld>
            <a:endParaRPr/>
          </a:p>
        </p:txBody>
      </p:sp>
      <p:sp>
        <p:nvSpPr>
          <p:cNvPr id="345" name="Google Shape;345;p36"/>
          <p:cNvSpPr txBox="1"/>
          <p:nvPr/>
        </p:nvSpPr>
        <p:spPr>
          <a:xfrm>
            <a:off x="1489436" y="4757926"/>
            <a:ext cx="6165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Binary Conversion</a:t>
            </a:r>
            <a:endParaRPr dirty="0"/>
          </a:p>
        </p:txBody>
      </p:sp>
      <p:sp>
        <p:nvSpPr>
          <p:cNvPr id="346" name="Google Shape;346;p36"/>
          <p:cNvSpPr txBox="1"/>
          <p:nvPr/>
        </p:nvSpPr>
        <p:spPr>
          <a:xfrm>
            <a:off x="7635345" y="2475241"/>
            <a:ext cx="6165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Anti-Noise QSVM running</a:t>
            </a:r>
            <a:endParaRPr dirty="0"/>
          </a:p>
        </p:txBody>
      </p:sp>
      <p:pic>
        <p:nvPicPr>
          <p:cNvPr id="3" name="Picture 2">
            <a:extLst>
              <a:ext uri="{FF2B5EF4-FFF2-40B4-BE49-F238E27FC236}">
                <a16:creationId xmlns:a16="http://schemas.microsoft.com/office/drawing/2014/main" id="{43AF2026-0F29-337A-4E66-22DFBF5E515C}"/>
              </a:ext>
            </a:extLst>
          </p:cNvPr>
          <p:cNvPicPr>
            <a:picLocks noChangeAspect="1"/>
          </p:cNvPicPr>
          <p:nvPr/>
        </p:nvPicPr>
        <p:blipFill>
          <a:blip r:embed="rId3"/>
          <a:stretch>
            <a:fillRect/>
          </a:stretch>
        </p:blipFill>
        <p:spPr>
          <a:xfrm>
            <a:off x="249310" y="1115886"/>
            <a:ext cx="5585944" cy="3488197"/>
          </a:xfrm>
          <a:prstGeom prst="rect">
            <a:avLst/>
          </a:prstGeom>
        </p:spPr>
      </p:pic>
      <p:pic>
        <p:nvPicPr>
          <p:cNvPr id="5" name="Picture 4">
            <a:extLst>
              <a:ext uri="{FF2B5EF4-FFF2-40B4-BE49-F238E27FC236}">
                <a16:creationId xmlns:a16="http://schemas.microsoft.com/office/drawing/2014/main" id="{D1E67A1D-DC96-DD7A-1BCC-37F7E5E13C84}"/>
              </a:ext>
            </a:extLst>
          </p:cNvPr>
          <p:cNvPicPr>
            <a:picLocks noChangeAspect="1"/>
          </p:cNvPicPr>
          <p:nvPr/>
        </p:nvPicPr>
        <p:blipFill>
          <a:blip r:embed="rId4"/>
          <a:stretch>
            <a:fillRect/>
          </a:stretch>
        </p:blipFill>
        <p:spPr>
          <a:xfrm>
            <a:off x="6095999" y="2859289"/>
            <a:ext cx="4798424" cy="38525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2b9cecbd68f_0_56"/>
          <p:cNvSpPr txBox="1">
            <a:spLocks noGrp="1"/>
          </p:cNvSpPr>
          <p:nvPr>
            <p:ph type="title"/>
          </p:nvPr>
        </p:nvSpPr>
        <p:spPr>
          <a:xfrm>
            <a:off x="-892500" y="-24210"/>
            <a:ext cx="7293300" cy="768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200"/>
              <a:buFont typeface="Arial Black"/>
              <a:buNone/>
            </a:pPr>
            <a:r>
              <a:rPr lang="en-US" sz="3200" cap="none">
                <a:solidFill>
                  <a:srgbClr val="BB2529"/>
                </a:solidFill>
              </a:rPr>
              <a:t>Results &amp; Analysis  </a:t>
            </a:r>
            <a:endParaRPr sz="3200" cap="none">
              <a:solidFill>
                <a:srgbClr val="BB2529"/>
              </a:solidFill>
            </a:endParaRPr>
          </a:p>
        </p:txBody>
      </p:sp>
      <p:pic>
        <p:nvPicPr>
          <p:cNvPr id="3" name="Picture 2">
            <a:extLst>
              <a:ext uri="{FF2B5EF4-FFF2-40B4-BE49-F238E27FC236}">
                <a16:creationId xmlns:a16="http://schemas.microsoft.com/office/drawing/2014/main" id="{42639148-A373-1615-D5CF-75E1287E1513}"/>
              </a:ext>
            </a:extLst>
          </p:cNvPr>
          <p:cNvPicPr>
            <a:picLocks noChangeAspect="1"/>
          </p:cNvPicPr>
          <p:nvPr/>
        </p:nvPicPr>
        <p:blipFill>
          <a:blip r:embed="rId3"/>
          <a:stretch>
            <a:fillRect/>
          </a:stretch>
        </p:blipFill>
        <p:spPr>
          <a:xfrm>
            <a:off x="704675" y="864066"/>
            <a:ext cx="10612074" cy="54360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2cdf3ccdc61_0_7"/>
          <p:cNvSpPr txBox="1">
            <a:spLocks noGrp="1"/>
          </p:cNvSpPr>
          <p:nvPr>
            <p:ph type="title"/>
          </p:nvPr>
        </p:nvSpPr>
        <p:spPr>
          <a:xfrm>
            <a:off x="-892500" y="-24210"/>
            <a:ext cx="7293300" cy="768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200"/>
              <a:buFont typeface="Arial Black"/>
              <a:buNone/>
            </a:pPr>
            <a:r>
              <a:rPr lang="en-US" sz="3200" cap="none">
                <a:solidFill>
                  <a:srgbClr val="BB2529"/>
                </a:solidFill>
              </a:rPr>
              <a:t>Results &amp; Analysis  </a:t>
            </a:r>
            <a:endParaRPr sz="3200" cap="none">
              <a:solidFill>
                <a:srgbClr val="BB2529"/>
              </a:solidFill>
            </a:endParaRPr>
          </a:p>
        </p:txBody>
      </p:sp>
      <p:sp>
        <p:nvSpPr>
          <p:cNvPr id="359" name="Google Shape;359;g2cdf3ccdc61_0_7"/>
          <p:cNvSpPr txBox="1"/>
          <p:nvPr/>
        </p:nvSpPr>
        <p:spPr>
          <a:xfrm>
            <a:off x="723900" y="3976800"/>
            <a:ext cx="3126300" cy="352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2800" b="0" i="0" u="none" strike="noStrike" cap="none" dirty="0">
                <a:solidFill>
                  <a:schemeClr val="accent6"/>
                </a:solidFill>
                <a:latin typeface="EB Garamond"/>
                <a:ea typeface="EB Garamond"/>
                <a:cs typeface="EB Garamond"/>
                <a:sym typeface="EB Garamond"/>
              </a:rPr>
              <a:t> </a:t>
            </a:r>
            <a:endParaRPr sz="2800" b="0" i="0" u="none" strike="noStrike" cap="none" dirty="0">
              <a:solidFill>
                <a:schemeClr val="accent6"/>
              </a:solidFill>
              <a:latin typeface="EB Garamond"/>
              <a:ea typeface="EB Garamond"/>
              <a:cs typeface="EB Garamond"/>
              <a:sym typeface="EB Garamond"/>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accent6"/>
              </a:solidFill>
              <a:latin typeface="EB Garamond"/>
              <a:ea typeface="EB Garamond"/>
              <a:cs typeface="EB Garamond"/>
              <a:sym typeface="EB Garamond"/>
            </a:endParaRPr>
          </a:p>
        </p:txBody>
      </p:sp>
      <p:sp>
        <p:nvSpPr>
          <p:cNvPr id="365" name="Google Shape;365;g2cdf3ccdc61_0_7"/>
          <p:cNvSpPr txBox="1"/>
          <p:nvPr/>
        </p:nvSpPr>
        <p:spPr>
          <a:xfrm>
            <a:off x="1600200" y="3595950"/>
            <a:ext cx="2036100" cy="27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accent6"/>
              </a:solidFill>
              <a:latin typeface="EB Garamond"/>
              <a:ea typeface="EB Garamond"/>
              <a:cs typeface="EB Garamond"/>
              <a:sym typeface="EB Garamond"/>
            </a:endParaRPr>
          </a:p>
        </p:txBody>
      </p:sp>
      <p:sp>
        <p:nvSpPr>
          <p:cNvPr id="366" name="Google Shape;366;g2cdf3ccdc61_0_7"/>
          <p:cNvSpPr txBox="1"/>
          <p:nvPr/>
        </p:nvSpPr>
        <p:spPr>
          <a:xfrm>
            <a:off x="5663975" y="3595950"/>
            <a:ext cx="2036100" cy="27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accent6"/>
              </a:solidFill>
              <a:latin typeface="EB Garamond"/>
              <a:ea typeface="EB Garamond"/>
              <a:cs typeface="EB Garamond"/>
              <a:sym typeface="EB Garamond"/>
            </a:endParaRPr>
          </a:p>
        </p:txBody>
      </p:sp>
      <p:sp>
        <p:nvSpPr>
          <p:cNvPr id="367" name="Google Shape;367;g2cdf3ccdc61_0_7"/>
          <p:cNvSpPr txBox="1"/>
          <p:nvPr/>
        </p:nvSpPr>
        <p:spPr>
          <a:xfrm>
            <a:off x="9405300" y="3595950"/>
            <a:ext cx="1836900" cy="27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accent6"/>
              </a:solidFill>
              <a:latin typeface="EB Garamond"/>
              <a:ea typeface="EB Garamond"/>
              <a:cs typeface="EB Garamond"/>
              <a:sym typeface="EB Garamond"/>
            </a:endParaRPr>
          </a:p>
        </p:txBody>
      </p:sp>
      <p:pic>
        <p:nvPicPr>
          <p:cNvPr id="3" name="Picture 2">
            <a:extLst>
              <a:ext uri="{FF2B5EF4-FFF2-40B4-BE49-F238E27FC236}">
                <a16:creationId xmlns:a16="http://schemas.microsoft.com/office/drawing/2014/main" id="{5837951C-5902-8663-D13D-0ECFFA07CA8E}"/>
              </a:ext>
            </a:extLst>
          </p:cNvPr>
          <p:cNvPicPr>
            <a:picLocks noChangeAspect="1"/>
          </p:cNvPicPr>
          <p:nvPr/>
        </p:nvPicPr>
        <p:blipFill>
          <a:blip r:embed="rId3"/>
          <a:stretch>
            <a:fillRect/>
          </a:stretch>
        </p:blipFill>
        <p:spPr>
          <a:xfrm>
            <a:off x="665177" y="999253"/>
            <a:ext cx="10744200" cy="2872397"/>
          </a:xfrm>
          <a:prstGeom prst="rect">
            <a:avLst/>
          </a:prstGeom>
        </p:spPr>
      </p:pic>
      <p:pic>
        <p:nvPicPr>
          <p:cNvPr id="5" name="Picture 4">
            <a:extLst>
              <a:ext uri="{FF2B5EF4-FFF2-40B4-BE49-F238E27FC236}">
                <a16:creationId xmlns:a16="http://schemas.microsoft.com/office/drawing/2014/main" id="{2F7A6AE1-0FCB-A4BE-2856-5CE09B9F63B1}"/>
              </a:ext>
            </a:extLst>
          </p:cNvPr>
          <p:cNvPicPr>
            <a:picLocks noChangeAspect="1"/>
          </p:cNvPicPr>
          <p:nvPr/>
        </p:nvPicPr>
        <p:blipFill>
          <a:blip r:embed="rId4"/>
          <a:stretch>
            <a:fillRect/>
          </a:stretch>
        </p:blipFill>
        <p:spPr>
          <a:xfrm>
            <a:off x="665177" y="4127113"/>
            <a:ext cx="4998797" cy="2546635"/>
          </a:xfrm>
          <a:prstGeom prst="rect">
            <a:avLst/>
          </a:prstGeom>
        </p:spPr>
      </p:pic>
      <p:pic>
        <p:nvPicPr>
          <p:cNvPr id="4" name="Picture 3">
            <a:extLst>
              <a:ext uri="{FF2B5EF4-FFF2-40B4-BE49-F238E27FC236}">
                <a16:creationId xmlns:a16="http://schemas.microsoft.com/office/drawing/2014/main" id="{DDF6919F-CE66-2ED5-CE28-0912D456C09D}"/>
              </a:ext>
            </a:extLst>
          </p:cNvPr>
          <p:cNvPicPr>
            <a:picLocks noChangeAspect="1"/>
          </p:cNvPicPr>
          <p:nvPr/>
        </p:nvPicPr>
        <p:blipFill>
          <a:blip r:embed="rId5"/>
          <a:stretch>
            <a:fillRect/>
          </a:stretch>
        </p:blipFill>
        <p:spPr>
          <a:xfrm>
            <a:off x="5914240" y="4127112"/>
            <a:ext cx="5495138" cy="25929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8"/>
          <p:cNvSpPr txBox="1">
            <a:spLocks noGrp="1"/>
          </p:cNvSpPr>
          <p:nvPr>
            <p:ph type="title"/>
          </p:nvPr>
        </p:nvSpPr>
        <p:spPr>
          <a:xfrm>
            <a:off x="-1166924" y="274320"/>
            <a:ext cx="7293404" cy="768096"/>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600"/>
              <a:buFont typeface="Arial Black"/>
              <a:buNone/>
            </a:pPr>
            <a:r>
              <a:rPr lang="en-US" sz="3600" cap="none" dirty="0">
                <a:solidFill>
                  <a:srgbClr val="BB2529"/>
                </a:solidFill>
              </a:rPr>
              <a:t>Summary</a:t>
            </a:r>
            <a:endParaRPr sz="3600" cap="none">
              <a:solidFill>
                <a:srgbClr val="BB2529"/>
              </a:solidFill>
            </a:endParaRPr>
          </a:p>
        </p:txBody>
      </p:sp>
      <p:sp>
        <p:nvSpPr>
          <p:cNvPr id="373" name="Google Shape;373;p8"/>
          <p:cNvSpPr txBox="1">
            <a:spLocks noGrp="1"/>
          </p:cNvSpPr>
          <p:nvPr>
            <p:ph type="body" idx="1"/>
          </p:nvPr>
        </p:nvSpPr>
        <p:spPr>
          <a:xfrm>
            <a:off x="833119" y="1340847"/>
            <a:ext cx="10546081" cy="5223441"/>
          </a:xfrm>
          <a:prstGeom prst="rect">
            <a:avLst/>
          </a:prstGeom>
          <a:solidFill>
            <a:schemeClr val="lt1"/>
          </a:solidFill>
          <a:ln>
            <a:noFill/>
          </a:ln>
        </p:spPr>
        <p:txBody>
          <a:bodyPr spcFirstLastPara="1" wrap="square" lIns="91425" tIns="45700" rIns="91425" bIns="45700" anchor="t" anchorCtr="0">
            <a:noAutofit/>
          </a:bodyPr>
          <a:lstStyle/>
          <a:p>
            <a:pPr>
              <a:buFont typeface="Arial" pitchFamily="34" charset="0"/>
              <a:buChar char="•"/>
            </a:pPr>
            <a:r>
              <a:rPr lang="en-US" sz="2000" dirty="0">
                <a:latin typeface="Times New Roman" pitchFamily="18" charset="0"/>
                <a:cs typeface="Times New Roman" pitchFamily="18" charset="0"/>
              </a:rPr>
              <a:t>Proposes a hybrid quantum-classical model for classification </a:t>
            </a:r>
          </a:p>
          <a:p>
            <a:pPr>
              <a:buFont typeface="Arial" pitchFamily="34" charset="0"/>
              <a:buChar char="•"/>
            </a:pPr>
            <a:r>
              <a:rPr lang="en-US" sz="2000" dirty="0">
                <a:latin typeface="Times New Roman" pitchFamily="18" charset="0"/>
                <a:cs typeface="Times New Roman" pitchFamily="18" charset="0"/>
              </a:rPr>
              <a:t>Combines Neural Networks, Anti-Noise QSVM, and Ensemble Learning </a:t>
            </a:r>
          </a:p>
          <a:p>
            <a:pPr>
              <a:buFont typeface="Arial" pitchFamily="34" charset="0"/>
              <a:buChar char="•"/>
            </a:pPr>
            <a:r>
              <a:rPr lang="en-US" sz="2000" dirty="0">
                <a:latin typeface="Times New Roman" pitchFamily="18" charset="0"/>
                <a:cs typeface="Times New Roman" pitchFamily="18" charset="0"/>
              </a:rPr>
              <a:t>Neural network extracts noise-resilient features from data </a:t>
            </a:r>
          </a:p>
          <a:p>
            <a:pPr>
              <a:buFont typeface="Arial" pitchFamily="34" charset="0"/>
              <a:buChar char="•"/>
            </a:pPr>
            <a:r>
              <a:rPr lang="en-US" sz="2000" dirty="0">
                <a:latin typeface="Times New Roman" pitchFamily="18" charset="0"/>
                <a:cs typeface="Times New Roman" pitchFamily="18" charset="0"/>
              </a:rPr>
              <a:t>Anti-Noise QSVM uses weighted hinge loss to reduce noise impact </a:t>
            </a:r>
          </a:p>
          <a:p>
            <a:pPr>
              <a:buFont typeface="Arial" pitchFamily="34" charset="0"/>
              <a:buChar char="•"/>
            </a:pPr>
            <a:r>
              <a:rPr lang="en-US" sz="2000" dirty="0">
                <a:latin typeface="Times New Roman" pitchFamily="18" charset="0"/>
                <a:cs typeface="Times New Roman" pitchFamily="18" charset="0"/>
              </a:rPr>
              <a:t>Ensemble learning improves overall prediction performance </a:t>
            </a:r>
          </a:p>
          <a:p>
            <a:pPr>
              <a:buFont typeface="Arial" pitchFamily="34" charset="0"/>
              <a:buChar char="•"/>
            </a:pPr>
            <a:r>
              <a:rPr lang="en-US" sz="2000" dirty="0">
                <a:latin typeface="Times New Roman" pitchFamily="18" charset="0"/>
                <a:cs typeface="Times New Roman" pitchFamily="18" charset="0"/>
              </a:rPr>
              <a:t>Achieves higher accuracy and stability </a:t>
            </a:r>
          </a:p>
          <a:p>
            <a:pPr>
              <a:buFont typeface="Arial" pitchFamily="34" charset="0"/>
              <a:buChar char="•"/>
            </a:pPr>
            <a:r>
              <a:rPr lang="en-US" sz="2000" dirty="0">
                <a:latin typeface="Times New Roman" pitchFamily="18" charset="0"/>
                <a:cs typeface="Times New Roman" pitchFamily="18" charset="0"/>
              </a:rPr>
              <a:t>Provides better robustness against noisy data </a:t>
            </a:r>
          </a:p>
          <a:p>
            <a:pPr>
              <a:buFont typeface="Arial" pitchFamily="34" charset="0"/>
              <a:buChar char="•"/>
            </a:pPr>
            <a:r>
              <a:rPr lang="en-US" sz="2000" dirty="0">
                <a:latin typeface="Times New Roman" pitchFamily="18" charset="0"/>
                <a:cs typeface="Times New Roman" pitchFamily="18" charset="0"/>
              </a:rPr>
              <a:t>Suitable for real-world applications with noisy datasets </a:t>
            </a:r>
          </a:p>
          <a:p>
            <a:pPr marL="457200" lvl="0" indent="0" algn="just" rtl="0">
              <a:lnSpc>
                <a:spcPct val="115000"/>
              </a:lnSpc>
              <a:spcBef>
                <a:spcPts val="0"/>
              </a:spcBef>
              <a:spcAft>
                <a:spcPts val="0"/>
              </a:spcAft>
              <a:buSzPts val="2400"/>
              <a:buNone/>
            </a:pP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7"/>
          <p:cNvSpPr txBox="1">
            <a:spLocks noGrp="1"/>
          </p:cNvSpPr>
          <p:nvPr>
            <p:ph type="title"/>
          </p:nvPr>
        </p:nvSpPr>
        <p:spPr>
          <a:xfrm>
            <a:off x="-1156764" y="508000"/>
            <a:ext cx="7293404" cy="768096"/>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BB2529"/>
              </a:buClr>
              <a:buSzPts val="3600"/>
              <a:buFont typeface="Arial Black"/>
              <a:buNone/>
            </a:pPr>
            <a:r>
              <a:rPr lang="en-US" sz="3600" dirty="0">
                <a:solidFill>
                  <a:srgbClr val="BB2529"/>
                </a:solidFill>
              </a:rPr>
              <a:t>Future scope </a:t>
            </a:r>
            <a:endParaRPr sz="3600" cap="none">
              <a:solidFill>
                <a:srgbClr val="BB2529"/>
              </a:solidFill>
            </a:endParaRPr>
          </a:p>
        </p:txBody>
      </p:sp>
      <p:sp>
        <p:nvSpPr>
          <p:cNvPr id="379" name="Google Shape;379;p37"/>
          <p:cNvSpPr txBox="1">
            <a:spLocks noGrp="1"/>
          </p:cNvSpPr>
          <p:nvPr>
            <p:ph type="body" idx="1"/>
          </p:nvPr>
        </p:nvSpPr>
        <p:spPr>
          <a:xfrm>
            <a:off x="568959" y="1634559"/>
            <a:ext cx="10546081" cy="5223441"/>
          </a:xfrm>
          <a:prstGeom prst="rect">
            <a:avLst/>
          </a:prstGeom>
          <a:solidFill>
            <a:schemeClr val="lt1"/>
          </a:solidFill>
          <a:ln>
            <a:noFill/>
          </a:ln>
        </p:spPr>
        <p:txBody>
          <a:bodyPr spcFirstLastPara="1" wrap="square" lIns="91425" tIns="45700" rIns="91425" bIns="45700" anchor="t" anchorCtr="0">
            <a:noAutofit/>
          </a:bodyPr>
          <a:lstStyle/>
          <a:p>
            <a:pPr marL="69850" lvl="0" indent="0" algn="just">
              <a:buClr>
                <a:schemeClr val="dk1"/>
              </a:buClr>
              <a:buSzPts val="2500"/>
            </a:pPr>
            <a:r>
              <a:rPr lang="en-US" sz="2000" dirty="0"/>
              <a:t>The future scope of this project includes implementing the proposed model on real quantum hardware such as IBM Quantum devices to evaluate its practical feasibility. Further optimization of quantum circuits can be carried out to improve execution speed and efficiency. The model can also be extended to handle large-scale datasets for broader applicability. In addition, this approach has strong potential for real-world applications in areas such as healthcare diagnosis, </a:t>
            </a:r>
            <a:r>
              <a:rPr lang="en-US" sz="2000" dirty="0" err="1"/>
              <a:t>cybersecurity</a:t>
            </a:r>
            <a:r>
              <a:rPr lang="en-US" sz="2000" dirty="0"/>
              <a:t> threat detection, and image processing. Integrating the system with advanced deep learning models could further enhance its performance and open new avenues in quantum machine learning research.</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9"/>
          <p:cNvSpPr txBox="1">
            <a:spLocks noGrp="1"/>
          </p:cNvSpPr>
          <p:nvPr>
            <p:ph type="subTitle" idx="4294967295"/>
          </p:nvPr>
        </p:nvSpPr>
        <p:spPr>
          <a:xfrm>
            <a:off x="660398" y="1849120"/>
            <a:ext cx="11041800" cy="4335300"/>
          </a:xfrm>
          <a:prstGeom prst="rect">
            <a:avLst/>
          </a:prstGeom>
          <a:noFill/>
          <a:ln>
            <a:noFill/>
          </a:ln>
        </p:spPr>
        <p:txBody>
          <a:bodyPr spcFirstLastPara="1" wrap="square" lIns="91425" tIns="45700" rIns="91425" bIns="45700" anchor="t" anchorCtr="0">
            <a:normAutofit fontScale="92500" lnSpcReduction="20000"/>
          </a:bodyPr>
          <a:lstStyle/>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[1]  G. </a:t>
            </a:r>
            <a:r>
              <a:rPr lang="en-US" sz="1800" dirty="0" err="1">
                <a:solidFill>
                  <a:schemeClr val="tx1"/>
                </a:solidFill>
                <a:latin typeface="Times New Roman" panose="02020603050405020304" pitchFamily="18" charset="0"/>
                <a:cs typeface="Times New Roman" panose="02020603050405020304" pitchFamily="18" charset="0"/>
              </a:rPr>
              <a:t>Gentinetta</a:t>
            </a:r>
            <a:r>
              <a:rPr lang="en-US" sz="1800" dirty="0">
                <a:solidFill>
                  <a:schemeClr val="tx1"/>
                </a:solidFill>
                <a:latin typeface="Times New Roman" panose="02020603050405020304" pitchFamily="18" charset="0"/>
                <a:cs typeface="Times New Roman" panose="02020603050405020304" pitchFamily="18" charset="0"/>
              </a:rPr>
              <a:t>, A. Thomsen, D. Sutter, and S. </a:t>
            </a:r>
            <a:r>
              <a:rPr lang="en-US" sz="1800" dirty="0" err="1">
                <a:solidFill>
                  <a:schemeClr val="tx1"/>
                </a:solidFill>
                <a:latin typeface="Times New Roman" panose="02020603050405020304" pitchFamily="18" charset="0"/>
                <a:cs typeface="Times New Roman" panose="02020603050405020304" pitchFamily="18" charset="0"/>
              </a:rPr>
              <a:t>Woerner</a:t>
            </a:r>
            <a:r>
              <a:rPr lang="en-US" sz="1800" dirty="0">
                <a:solidFill>
                  <a:schemeClr val="tx1"/>
                </a:solidFill>
                <a:latin typeface="Times New Roman" panose="02020603050405020304" pitchFamily="18" charset="0"/>
                <a:cs typeface="Times New Roman" panose="02020603050405020304" pitchFamily="18" charset="0"/>
              </a:rPr>
              <a:t>, “The complexity of quantum support vector machines,” </a:t>
            </a:r>
            <a:r>
              <a:rPr lang="en-US" sz="1800" i="1" dirty="0">
                <a:solidFill>
                  <a:schemeClr val="tx1"/>
                </a:solidFill>
                <a:latin typeface="Times New Roman" panose="02020603050405020304" pitchFamily="18" charset="0"/>
                <a:cs typeface="Times New Roman" panose="02020603050405020304" pitchFamily="18" charset="0"/>
              </a:rPr>
              <a:t>Quantum</a:t>
            </a:r>
            <a:r>
              <a:rPr lang="en-US" sz="1800" dirty="0">
                <a:solidFill>
                  <a:schemeClr val="tx1"/>
                </a:solidFill>
                <a:latin typeface="Times New Roman" panose="02020603050405020304" pitchFamily="18" charset="0"/>
                <a:cs typeface="Times New Roman" panose="02020603050405020304" pitchFamily="18" charset="0"/>
              </a:rPr>
              <a:t>, 2024. </a:t>
            </a:r>
            <a:r>
              <a:rPr lang="en-US" sz="1800" dirty="0">
                <a:latin typeface="Times New Roman" panose="02020603050405020304" pitchFamily="18" charset="0"/>
                <a:cs typeface="Times New Roman" panose="02020603050405020304" pitchFamily="18" charset="0"/>
                <a:hlinkClick r:id="rId3"/>
              </a:rPr>
              <a:t>https://arxiv.org/pdf/2203.00031.pdf</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[2] Anonymous, “Noise-robust optimization of quantum machine learning models,” </a:t>
            </a:r>
            <a:r>
              <a:rPr lang="en-US" sz="1800" i="1" dirty="0">
                <a:solidFill>
                  <a:schemeClr val="tx1"/>
                </a:solidFill>
                <a:latin typeface="Times New Roman" panose="02020603050405020304" pitchFamily="18" charset="0"/>
                <a:cs typeface="Times New Roman" panose="02020603050405020304" pitchFamily="18" charset="0"/>
              </a:rPr>
              <a:t>IEEE Transactions</a:t>
            </a:r>
            <a:r>
              <a:rPr lang="en-US" sz="1800" dirty="0">
                <a:solidFill>
                  <a:schemeClr val="tx1"/>
                </a:solidFill>
                <a:latin typeface="Times New Roman" panose="02020603050405020304" pitchFamily="18" charset="0"/>
                <a:cs typeface="Times New Roman" panose="02020603050405020304" pitchFamily="18" charset="0"/>
              </a:rPr>
              <a:t>, 2022.</a:t>
            </a:r>
            <a:r>
              <a:rPr 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r:id="rId4"/>
              </a:rPr>
              <a:t>https://www.nature.com/articles/s41598-022-22940-4</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[3]  M. </a:t>
            </a:r>
            <a:r>
              <a:rPr lang="en-US" sz="1800" dirty="0" err="1">
                <a:solidFill>
                  <a:schemeClr val="tx1"/>
                </a:solidFill>
                <a:latin typeface="Times New Roman" panose="02020603050405020304" pitchFamily="18" charset="0"/>
                <a:cs typeface="Times New Roman" panose="02020603050405020304" pitchFamily="18" charset="0"/>
              </a:rPr>
              <a:t>Akrom</a:t>
            </a:r>
            <a:r>
              <a:rPr lang="en-US" sz="1800" dirty="0">
                <a:solidFill>
                  <a:schemeClr val="tx1"/>
                </a:solidFill>
                <a:latin typeface="Times New Roman" panose="02020603050405020304" pitchFamily="18" charset="0"/>
                <a:cs typeface="Times New Roman" panose="02020603050405020304" pitchFamily="18" charset="0"/>
              </a:rPr>
              <a:t> et al., “Entanglement detection with quantum support vector machines,” </a:t>
            </a:r>
            <a:r>
              <a:rPr lang="en-US" sz="1800" i="1" dirty="0">
                <a:solidFill>
                  <a:schemeClr val="tx1"/>
                </a:solidFill>
                <a:latin typeface="Times New Roman" panose="02020603050405020304" pitchFamily="18" charset="0"/>
                <a:cs typeface="Times New Roman" panose="02020603050405020304" pitchFamily="18" charset="0"/>
              </a:rPr>
              <a:t>Nature Scientific Reports</a:t>
            </a:r>
            <a:r>
              <a:rPr lang="en-US" sz="1800" dirty="0">
                <a:solidFill>
                  <a:schemeClr val="tx1"/>
                </a:solidFill>
                <a:latin typeface="Times New Roman" panose="02020603050405020304" pitchFamily="18" charset="0"/>
                <a:cs typeface="Times New Roman" panose="02020603050405020304" pitchFamily="18" charset="0"/>
              </a:rPr>
              <a:t>, 2025.</a:t>
            </a:r>
            <a:r>
              <a:rPr 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r:id="rId5"/>
              </a:rPr>
              <a:t>https://www.nature.com/articles/s41598-025-95897-9</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[4] J. </a:t>
            </a:r>
            <a:r>
              <a:rPr lang="en-US" sz="1800" dirty="0" err="1">
                <a:solidFill>
                  <a:schemeClr val="tx1"/>
                </a:solidFill>
                <a:latin typeface="Times New Roman" panose="02020603050405020304" pitchFamily="18" charset="0"/>
                <a:cs typeface="Times New Roman" panose="02020603050405020304" pitchFamily="18" charset="0"/>
              </a:rPr>
              <a:t>Berberich</a:t>
            </a:r>
            <a:r>
              <a:rPr lang="en-US" sz="1800" dirty="0">
                <a:solidFill>
                  <a:schemeClr val="tx1"/>
                </a:solidFill>
                <a:latin typeface="Times New Roman" panose="02020603050405020304" pitchFamily="18" charset="0"/>
                <a:cs typeface="Times New Roman" panose="02020603050405020304" pitchFamily="18" charset="0"/>
              </a:rPr>
              <a:t> et al., “Training robust and </a:t>
            </a:r>
            <a:r>
              <a:rPr lang="en-US" sz="1800" dirty="0" err="1">
                <a:solidFill>
                  <a:schemeClr val="tx1"/>
                </a:solidFill>
                <a:latin typeface="Times New Roman" panose="02020603050405020304" pitchFamily="18" charset="0"/>
                <a:cs typeface="Times New Roman" panose="02020603050405020304" pitchFamily="18" charset="0"/>
              </a:rPr>
              <a:t>generalizable</a:t>
            </a:r>
            <a:r>
              <a:rPr lang="en-US" sz="1800" dirty="0">
                <a:solidFill>
                  <a:schemeClr val="tx1"/>
                </a:solidFill>
                <a:latin typeface="Times New Roman" panose="02020603050405020304" pitchFamily="18" charset="0"/>
                <a:cs typeface="Times New Roman" panose="02020603050405020304" pitchFamily="18" charset="0"/>
              </a:rPr>
              <a:t> quantum models,” </a:t>
            </a:r>
            <a:r>
              <a:rPr lang="en-US" sz="1800" i="1" dirty="0">
                <a:solidFill>
                  <a:schemeClr val="tx1"/>
                </a:solidFill>
                <a:latin typeface="Times New Roman" panose="02020603050405020304" pitchFamily="18" charset="0"/>
                <a:cs typeface="Times New Roman" panose="02020603050405020304" pitchFamily="18" charset="0"/>
              </a:rPr>
              <a:t>Phys. Rev. Research</a:t>
            </a:r>
            <a:r>
              <a:rPr lang="en-US" sz="1800" dirty="0">
                <a:solidFill>
                  <a:schemeClr val="tx1"/>
                </a:solidFill>
                <a:latin typeface="Times New Roman" panose="02020603050405020304" pitchFamily="18" charset="0"/>
                <a:cs typeface="Times New Roman" panose="02020603050405020304" pitchFamily="18" charset="0"/>
              </a:rPr>
              <a:t>, 2024. </a:t>
            </a:r>
            <a:r>
              <a:rPr lang="en-US" sz="1800" dirty="0">
                <a:latin typeface="Times New Roman" panose="02020603050405020304" pitchFamily="18" charset="0"/>
                <a:cs typeface="Times New Roman" panose="02020603050405020304" pitchFamily="18" charset="0"/>
              </a:rPr>
              <a:t>https://journals.aps.org/prresearch/pdf/10.1103/PhysRevResearch.6.043326</a:t>
            </a: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[5]  J. Wang et al., “Noisy HQNNs: A Comprehensive Analysis of Noise Robustness in Hybrid Quantum Neural Networks,” </a:t>
            </a:r>
            <a:r>
              <a:rPr lang="en-US" sz="1800" i="1" dirty="0">
                <a:solidFill>
                  <a:schemeClr val="tx1"/>
                </a:solidFill>
                <a:latin typeface="Times New Roman" panose="02020603050405020304" pitchFamily="18" charset="0"/>
                <a:cs typeface="Times New Roman" panose="02020603050405020304" pitchFamily="18" charset="0"/>
              </a:rPr>
              <a:t>IEEE</a:t>
            </a:r>
            <a:r>
              <a:rPr lang="en-US" sz="1800" dirty="0">
                <a:solidFill>
                  <a:schemeClr val="tx1"/>
                </a:solidFill>
                <a:latin typeface="Times New Roman" panose="02020603050405020304" pitchFamily="18" charset="0"/>
                <a:cs typeface="Times New Roman" panose="02020603050405020304" pitchFamily="18" charset="0"/>
              </a:rPr>
              <a:t>, 2021. </a:t>
            </a:r>
            <a:r>
              <a:rPr lang="en-US" sz="1800" dirty="0">
                <a:latin typeface="Times New Roman" panose="02020603050405020304" pitchFamily="18" charset="0"/>
                <a:cs typeface="Times New Roman" panose="02020603050405020304" pitchFamily="18" charset="0"/>
                <a:hlinkClick r:id="rId6"/>
              </a:rPr>
              <a:t>https://arxiv.org/pdf/2505.03378.pdf</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[6]  J. Li et al., “Quantum Support Vector Machine for Classifying Noisy Data,” </a:t>
            </a:r>
            <a:r>
              <a:rPr lang="en-US" sz="1800" i="1" dirty="0">
                <a:solidFill>
                  <a:schemeClr val="tx1"/>
                </a:solidFill>
                <a:latin typeface="Times New Roman" panose="02020603050405020304" pitchFamily="18" charset="0"/>
                <a:cs typeface="Times New Roman" panose="02020603050405020304" pitchFamily="18" charset="0"/>
              </a:rPr>
              <a:t>IEEE Transactions on Computers</a:t>
            </a:r>
            <a:r>
              <a:rPr lang="en-US" sz="1800" dirty="0">
                <a:solidFill>
                  <a:schemeClr val="tx1"/>
                </a:solidFill>
                <a:latin typeface="Times New Roman" panose="02020603050405020304" pitchFamily="18" charset="0"/>
                <a:cs typeface="Times New Roman" panose="02020603050405020304" pitchFamily="18" charset="0"/>
              </a:rPr>
              <a:t>, 2024. </a:t>
            </a:r>
            <a:r>
              <a:rPr lang="en-US" sz="1800" dirty="0">
                <a:latin typeface="Times New Roman" panose="02020603050405020304" pitchFamily="18" charset="0"/>
                <a:cs typeface="Times New Roman" panose="02020603050405020304" pitchFamily="18" charset="0"/>
                <a:hlinkClick r:id="rId7"/>
              </a:rPr>
              <a:t>https://ieeexplore.ieee.org/document/10564586</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[7]  M. </a:t>
            </a:r>
            <a:r>
              <a:rPr lang="en-US" sz="1800" dirty="0" err="1">
                <a:solidFill>
                  <a:schemeClr val="tx1"/>
                </a:solidFill>
                <a:latin typeface="Times New Roman" panose="02020603050405020304" pitchFamily="18" charset="0"/>
                <a:cs typeface="Times New Roman" panose="02020603050405020304" pitchFamily="18" charset="0"/>
              </a:rPr>
              <a:t>Mafu</a:t>
            </a:r>
            <a:r>
              <a:rPr lang="en-US" sz="1800" dirty="0">
                <a:solidFill>
                  <a:schemeClr val="tx1"/>
                </a:solidFill>
                <a:latin typeface="Times New Roman" panose="02020603050405020304" pitchFamily="18" charset="0"/>
                <a:cs typeface="Times New Roman" panose="02020603050405020304" pitchFamily="18" charset="0"/>
              </a:rPr>
              <a:t> and M. </a:t>
            </a:r>
            <a:r>
              <a:rPr lang="en-US" sz="1800" dirty="0" err="1">
                <a:solidFill>
                  <a:schemeClr val="tx1"/>
                </a:solidFill>
                <a:latin typeface="Times New Roman" panose="02020603050405020304" pitchFamily="18" charset="0"/>
                <a:cs typeface="Times New Roman" panose="02020603050405020304" pitchFamily="18" charset="0"/>
              </a:rPr>
              <a:t>Senekane</a:t>
            </a:r>
            <a:r>
              <a:rPr lang="en-US" sz="1800" dirty="0">
                <a:solidFill>
                  <a:schemeClr val="tx1"/>
                </a:solidFill>
                <a:latin typeface="Times New Roman" panose="02020603050405020304" pitchFamily="18" charset="0"/>
                <a:cs typeface="Times New Roman" panose="02020603050405020304" pitchFamily="18" charset="0"/>
              </a:rPr>
              <a:t>, “Design and Implementation of Efficient Quantum Support Vector Machine,” </a:t>
            </a:r>
            <a:r>
              <a:rPr lang="en-US" sz="1800" i="1" dirty="0">
                <a:solidFill>
                  <a:schemeClr val="tx1"/>
                </a:solidFill>
                <a:latin typeface="Times New Roman" panose="02020603050405020304" pitchFamily="18" charset="0"/>
                <a:cs typeface="Times New Roman" panose="02020603050405020304" pitchFamily="18" charset="0"/>
              </a:rPr>
              <a:t>ICECET</a:t>
            </a:r>
            <a:r>
              <a:rPr lang="en-US" sz="1800" dirty="0">
                <a:solidFill>
                  <a:schemeClr val="tx1"/>
                </a:solidFill>
                <a:latin typeface="Times New Roman" panose="02020603050405020304" pitchFamily="18" charset="0"/>
                <a:cs typeface="Times New Roman" panose="02020603050405020304" pitchFamily="18" charset="0"/>
              </a:rPr>
              <a:t>, 2021. </a:t>
            </a:r>
            <a:r>
              <a:rPr lang="en-US" sz="1800" dirty="0">
                <a:latin typeface="Times New Roman" panose="02020603050405020304" pitchFamily="18" charset="0"/>
                <a:cs typeface="Times New Roman" panose="02020603050405020304" pitchFamily="18" charset="0"/>
                <a:hlinkClick r:id="rId8"/>
              </a:rPr>
              <a:t>https://ieeexplore.ieee.org/document/9385589</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[8]  S. Ahmed, “Pattern Recognition with Quantum Support Vector Machine on Near Term Quantum Processors,” PhD Dissertation, 2019. </a:t>
            </a:r>
            <a:r>
              <a:rPr lang="en-US" sz="1800" dirty="0">
                <a:latin typeface="Times New Roman" panose="02020603050405020304" pitchFamily="18" charset="0"/>
                <a:cs typeface="Times New Roman" panose="02020603050405020304" pitchFamily="18" charset="0"/>
                <a:hlinkClick r:id="rId9"/>
              </a:rPr>
              <a:t>https://repository.bracu.ac.bd/xmlui/handle/123456789/1209</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[9]  H. Li et al., “Quantum Support Vector Machine Based on Gradient Descent,” </a:t>
            </a:r>
            <a:r>
              <a:rPr lang="en-US" sz="1800" i="1" dirty="0">
                <a:solidFill>
                  <a:schemeClr val="tx1"/>
                </a:solidFill>
                <a:latin typeface="Times New Roman" panose="02020603050405020304" pitchFamily="18" charset="0"/>
                <a:cs typeface="Times New Roman" panose="02020603050405020304" pitchFamily="18" charset="0"/>
              </a:rPr>
              <a:t>Int. J. </a:t>
            </a:r>
            <a:r>
              <a:rPr lang="en-US" sz="1800" i="1" dirty="0" err="1">
                <a:solidFill>
                  <a:schemeClr val="tx1"/>
                </a:solidFill>
                <a:latin typeface="Times New Roman" panose="02020603050405020304" pitchFamily="18" charset="0"/>
                <a:cs typeface="Times New Roman" panose="02020603050405020304" pitchFamily="18" charset="0"/>
              </a:rPr>
              <a:t>Theor</a:t>
            </a:r>
            <a:r>
              <a:rPr lang="en-US" sz="1800" i="1" dirty="0">
                <a:solidFill>
                  <a:schemeClr val="tx1"/>
                </a:solidFill>
                <a:latin typeface="Times New Roman" panose="02020603050405020304" pitchFamily="18" charset="0"/>
                <a:cs typeface="Times New Roman" panose="02020603050405020304" pitchFamily="18" charset="0"/>
              </a:rPr>
              <a:t>. Phys.</a:t>
            </a:r>
            <a:r>
              <a:rPr lang="en-US" sz="1800" dirty="0">
                <a:solidFill>
                  <a:schemeClr val="tx1"/>
                </a:solidFill>
                <a:latin typeface="Times New Roman" panose="02020603050405020304" pitchFamily="18" charset="0"/>
                <a:cs typeface="Times New Roman" panose="02020603050405020304" pitchFamily="18" charset="0"/>
              </a:rPr>
              <a:t>, 2022. </a:t>
            </a:r>
            <a:r>
              <a:rPr lang="en-US" sz="1800" dirty="0">
                <a:latin typeface="Times New Roman" panose="02020603050405020304" pitchFamily="18" charset="0"/>
                <a:cs typeface="Times New Roman" panose="02020603050405020304" pitchFamily="18" charset="0"/>
                <a:hlinkClick r:id="rId10"/>
              </a:rPr>
              <a:t>https://link.springer.com/article/10.1007/s10773-022-05100-0</a:t>
            </a: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2000"/>
              <a:buNone/>
            </a:pPr>
            <a:r>
              <a:rPr lang="en-US" sz="1800" dirty="0">
                <a:solidFill>
                  <a:schemeClr val="tx1"/>
                </a:solidFill>
                <a:latin typeface="Times New Roman" panose="02020603050405020304" pitchFamily="18" charset="0"/>
                <a:cs typeface="Times New Roman" panose="02020603050405020304" pitchFamily="18" charset="0"/>
              </a:rPr>
              <a:t>[10]  M. </a:t>
            </a:r>
            <a:r>
              <a:rPr lang="en-US" sz="1800" dirty="0" err="1">
                <a:solidFill>
                  <a:schemeClr val="tx1"/>
                </a:solidFill>
                <a:latin typeface="Times New Roman" panose="02020603050405020304" pitchFamily="18" charset="0"/>
                <a:cs typeface="Times New Roman" panose="02020603050405020304" pitchFamily="18" charset="0"/>
              </a:rPr>
              <a:t>Senekane</a:t>
            </a:r>
            <a:r>
              <a:rPr lang="en-US" sz="1800" dirty="0">
                <a:solidFill>
                  <a:schemeClr val="tx1"/>
                </a:solidFill>
                <a:latin typeface="Times New Roman" panose="02020603050405020304" pitchFamily="18" charset="0"/>
                <a:cs typeface="Times New Roman" panose="02020603050405020304" pitchFamily="18" charset="0"/>
              </a:rPr>
              <a:t> et al., “Prediction of Solar Irradiation Using Quantum Support Vector Machine Learning,” </a:t>
            </a:r>
            <a:r>
              <a:rPr lang="en-US" sz="1800" i="1" dirty="0">
                <a:solidFill>
                  <a:schemeClr val="tx1"/>
                </a:solidFill>
                <a:latin typeface="Times New Roman" panose="02020603050405020304" pitchFamily="18" charset="0"/>
                <a:cs typeface="Times New Roman" panose="02020603050405020304" pitchFamily="18" charset="0"/>
              </a:rPr>
              <a:t>Smart Grid Renewable Energy</a:t>
            </a:r>
            <a:r>
              <a:rPr lang="en-US" sz="1800" dirty="0">
                <a:solidFill>
                  <a:schemeClr val="tx1"/>
                </a:solidFill>
                <a:latin typeface="Times New Roman" panose="02020603050405020304" pitchFamily="18" charset="0"/>
                <a:cs typeface="Times New Roman" panose="02020603050405020304" pitchFamily="18" charset="0"/>
              </a:rPr>
              <a:t>, 2016. </a:t>
            </a:r>
            <a:r>
              <a:rPr lang="en-US" sz="1800" dirty="0">
                <a:latin typeface="Times New Roman" panose="02020603050405020304" pitchFamily="18" charset="0"/>
                <a:cs typeface="Times New Roman" panose="02020603050405020304" pitchFamily="18" charset="0"/>
                <a:hlinkClick r:id="rId11"/>
              </a:rPr>
              <a:t>https://www.scirp.org/journal/paperinformation.aspx?paperid=68467</a:t>
            </a:r>
            <a:endParaRPr lang="en-US" sz="1800" dirty="0">
              <a:latin typeface="Times New Roman" panose="02020603050405020304" pitchFamily="18" charset="0"/>
              <a:cs typeface="Times New Roman" panose="02020603050405020304" pitchFamily="18" charset="0"/>
            </a:endParaRPr>
          </a:p>
          <a:p>
            <a:pPr marL="457200" marR="0" lvl="0" indent="-330200" algn="l" rtl="0">
              <a:lnSpc>
                <a:spcPct val="100000"/>
              </a:lnSpc>
              <a:spcBef>
                <a:spcPts val="360"/>
              </a:spcBef>
              <a:spcAft>
                <a:spcPts val="0"/>
              </a:spcAft>
              <a:buClr>
                <a:schemeClr val="accent6"/>
              </a:buClr>
              <a:buSzPts val="2000"/>
              <a:buFont typeface="Arial Black"/>
              <a:buNone/>
            </a:pPr>
            <a:endParaRPr sz="1800" b="0" i="0" u="none" strike="noStrike" cap="none">
              <a:solidFill>
                <a:schemeClr val="dk1"/>
              </a:solidFill>
              <a:latin typeface="Times New Roman"/>
              <a:ea typeface="Times New Roman"/>
              <a:cs typeface="Times New Roman"/>
              <a:sym typeface="Times New Roman"/>
            </a:endParaRPr>
          </a:p>
        </p:txBody>
      </p:sp>
      <p:sp>
        <p:nvSpPr>
          <p:cNvPr id="385" name="Google Shape;385;p9"/>
          <p:cNvSpPr txBox="1">
            <a:spLocks noGrp="1"/>
          </p:cNvSpPr>
          <p:nvPr>
            <p:ph type="ctrTitle" idx="4294967295"/>
          </p:nvPr>
        </p:nvSpPr>
        <p:spPr>
          <a:xfrm>
            <a:off x="609599" y="1244033"/>
            <a:ext cx="10554347" cy="605087"/>
          </a:xfrm>
          <a:prstGeom prst="rect">
            <a:avLst/>
          </a:prstGeom>
          <a:noFill/>
          <a:ln>
            <a:noFill/>
          </a:ln>
        </p:spPr>
        <p:txBody>
          <a:bodyPr spcFirstLastPara="1" wrap="square" lIns="91425" tIns="45700" rIns="91425" bIns="45700" anchor="b" anchorCtr="0">
            <a:noAutofit/>
          </a:bodyPr>
          <a:lstStyle/>
          <a:p>
            <a:pPr marL="0" marR="0" lvl="0" indent="0" algn="l" rtl="0">
              <a:lnSpc>
                <a:spcPct val="135416"/>
              </a:lnSpc>
              <a:spcBef>
                <a:spcPts val="0"/>
              </a:spcBef>
              <a:spcAft>
                <a:spcPts val="0"/>
              </a:spcAft>
              <a:buClr>
                <a:srgbClr val="202C8F"/>
              </a:buClr>
              <a:buSzPts val="3600"/>
              <a:buFont typeface="Arial Black"/>
              <a:buNone/>
            </a:pPr>
            <a:r>
              <a:rPr lang="en-US" sz="3600" b="1" i="0" u="none" strike="noStrike" cap="none">
                <a:solidFill>
                  <a:srgbClr val="202C8F"/>
                </a:solidFill>
                <a:latin typeface="Arial Black"/>
                <a:ea typeface="Arial Black"/>
                <a:cs typeface="Arial Black"/>
                <a:sym typeface="Arial Black"/>
              </a:rPr>
              <a:t>References</a:t>
            </a:r>
            <a:endParaRPr sz="3600" b="1" i="0" u="none" strike="noStrike" cap="none">
              <a:solidFill>
                <a:srgbClr val="202C8F"/>
              </a:solidFill>
              <a:latin typeface="Arial Black"/>
              <a:ea typeface="Arial Black"/>
              <a:cs typeface="Arial Black"/>
              <a:sym typeface="Arial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0"/>
          <p:cNvSpPr txBox="1">
            <a:spLocks noGrp="1"/>
          </p:cNvSpPr>
          <p:nvPr>
            <p:ph type="ctrTitle"/>
          </p:nvPr>
        </p:nvSpPr>
        <p:spPr>
          <a:xfrm>
            <a:off x="1527048" y="1975104"/>
            <a:ext cx="4169664" cy="667512"/>
          </a:xfrm>
          <a:prstGeom prst="rect">
            <a:avLst/>
          </a:prstGeom>
          <a:noFill/>
          <a:ln>
            <a:noFill/>
          </a:ln>
        </p:spPr>
        <p:txBody>
          <a:bodyPr spcFirstLastPara="1" wrap="square" lIns="91425" tIns="0" rIns="91425" bIns="45700" anchor="b" anchorCtr="0">
            <a:noAutofit/>
          </a:bodyPr>
          <a:lstStyle/>
          <a:p>
            <a:pPr marL="0" lvl="0" indent="0" algn="ctr" rtl="0">
              <a:lnSpc>
                <a:spcPct val="110795"/>
              </a:lnSpc>
              <a:spcBef>
                <a:spcPts val="0"/>
              </a:spcBef>
              <a:spcAft>
                <a:spcPts val="0"/>
              </a:spcAft>
              <a:buClr>
                <a:schemeClr val="accent6"/>
              </a:buClr>
              <a:buSzPts val="4400"/>
              <a:buFont typeface="Arial Black"/>
              <a:buNone/>
            </a:pPr>
            <a:r>
              <a:rPr lang="en-US"/>
              <a:t>THANK YOU</a:t>
            </a:r>
            <a:endParaRPr/>
          </a:p>
        </p:txBody>
      </p:sp>
      <p:sp>
        <p:nvSpPr>
          <p:cNvPr id="391" name="Google Shape;391;p10"/>
          <p:cNvSpPr txBox="1">
            <a:spLocks noGrp="1"/>
          </p:cNvSpPr>
          <p:nvPr>
            <p:ph type="subTitle" idx="1"/>
          </p:nvPr>
        </p:nvSpPr>
        <p:spPr>
          <a:xfrm>
            <a:off x="1545336" y="2846832"/>
            <a:ext cx="4169664" cy="2176272"/>
          </a:xfrm>
          <a:prstGeom prst="rect">
            <a:avLst/>
          </a:prstGeom>
          <a:noFill/>
          <a:ln>
            <a:noFill/>
          </a:ln>
        </p:spPr>
        <p:txBody>
          <a:bodyPr spcFirstLastPara="1" wrap="square" lIns="91425" tIns="0" rIns="91425" bIns="0" anchor="t" anchorCtr="0">
            <a:normAutofit/>
          </a:bodyPr>
          <a:lstStyle/>
          <a:p>
            <a:pPr marL="0" lvl="0" indent="0" algn="ctr" rtl="0">
              <a:lnSpc>
                <a:spcPct val="100000"/>
              </a:lnSpc>
              <a:spcBef>
                <a:spcPts val="0"/>
              </a:spcBef>
              <a:spcAft>
                <a:spcPts val="0"/>
              </a:spcAft>
              <a:buClr>
                <a:schemeClr val="accent6"/>
              </a:buClr>
              <a:buSzPts val="2400"/>
              <a:buNone/>
            </a:pPr>
            <a:r>
              <a:rPr lang="en-US" dirty="0"/>
              <a:t>Batch No: 201</a:t>
            </a:r>
            <a:endParaRPr i="1"/>
          </a:p>
          <a:p>
            <a:pPr lvl="0" algn="r">
              <a:spcBef>
                <a:spcPts val="360"/>
              </a:spcBef>
              <a:buClr>
                <a:srgbClr val="FF0000"/>
              </a:buClr>
              <a:buSzPts val="1800"/>
            </a:pPr>
            <a:r>
              <a:rPr lang="en-US" b="1" i="1" dirty="0">
                <a:solidFill>
                  <a:srgbClr val="FF0000"/>
                </a:solidFill>
                <a:latin typeface="Times New Roman"/>
                <a:ea typeface="Times New Roman"/>
                <a:cs typeface="Times New Roman"/>
                <a:sym typeface="Times New Roman"/>
              </a:rPr>
              <a:t>A. </a:t>
            </a:r>
            <a:r>
              <a:rPr lang="en-US" b="1" i="1" dirty="0" err="1">
                <a:solidFill>
                  <a:srgbClr val="FF0000"/>
                </a:solidFill>
                <a:latin typeface="Times New Roman"/>
                <a:ea typeface="Times New Roman"/>
                <a:cs typeface="Times New Roman"/>
                <a:sym typeface="Times New Roman"/>
              </a:rPr>
              <a:t>Nithisha</a:t>
            </a:r>
            <a:r>
              <a:rPr lang="en-US" b="1" i="1" dirty="0">
                <a:solidFill>
                  <a:srgbClr val="FF0000"/>
                </a:solidFill>
                <a:latin typeface="Times New Roman"/>
                <a:ea typeface="Times New Roman"/>
                <a:cs typeface="Times New Roman"/>
                <a:sym typeface="Times New Roman"/>
              </a:rPr>
              <a:t>  - 160122737071</a:t>
            </a:r>
          </a:p>
          <a:p>
            <a:pPr lvl="0" algn="r">
              <a:spcBef>
                <a:spcPts val="360"/>
              </a:spcBef>
              <a:buClr>
                <a:srgbClr val="FF0000"/>
              </a:buClr>
              <a:buSzPts val="1800"/>
            </a:pPr>
            <a:r>
              <a:rPr lang="en-US" b="1" i="1" dirty="0">
                <a:solidFill>
                  <a:srgbClr val="FF0000"/>
                </a:solidFill>
                <a:latin typeface="Times New Roman"/>
                <a:ea typeface="Times New Roman"/>
                <a:cs typeface="Times New Roman"/>
                <a:sym typeface="Times New Roman"/>
              </a:rPr>
              <a:t>K. </a:t>
            </a:r>
            <a:r>
              <a:rPr lang="en-US" b="1" i="1" dirty="0" err="1">
                <a:solidFill>
                  <a:srgbClr val="FF0000"/>
                </a:solidFill>
                <a:latin typeface="Times New Roman"/>
                <a:ea typeface="Times New Roman"/>
                <a:cs typeface="Times New Roman"/>
                <a:sym typeface="Times New Roman"/>
              </a:rPr>
              <a:t>Varshitha</a:t>
            </a:r>
            <a:r>
              <a:rPr lang="en-US" b="1" i="1" dirty="0">
                <a:solidFill>
                  <a:srgbClr val="FF0000"/>
                </a:solidFill>
                <a:latin typeface="Times New Roman"/>
                <a:ea typeface="Times New Roman"/>
                <a:cs typeface="Times New Roman"/>
                <a:sym typeface="Times New Roman"/>
              </a:rPr>
              <a:t> - 160122737078</a:t>
            </a:r>
          </a:p>
          <a:p>
            <a:pPr lvl="0" algn="r">
              <a:spcBef>
                <a:spcPts val="360"/>
              </a:spcBef>
              <a:buClr>
                <a:srgbClr val="FF0000"/>
              </a:buClr>
              <a:buSzPts val="1800"/>
            </a:pPr>
            <a:r>
              <a:rPr lang="en-US" b="1" i="1" dirty="0" err="1">
                <a:solidFill>
                  <a:srgbClr val="FF0000"/>
                </a:solidFill>
                <a:latin typeface="Times New Roman"/>
                <a:ea typeface="Times New Roman"/>
                <a:cs typeface="Times New Roman"/>
                <a:sym typeface="Times New Roman"/>
              </a:rPr>
              <a:t>K.Prathyush</a:t>
            </a:r>
            <a:r>
              <a:rPr lang="en-US" b="1" i="1" dirty="0">
                <a:solidFill>
                  <a:srgbClr val="FF0000"/>
                </a:solidFill>
                <a:latin typeface="Times New Roman"/>
                <a:ea typeface="Times New Roman"/>
                <a:cs typeface="Times New Roman"/>
                <a:sym typeface="Times New Roman"/>
              </a:rPr>
              <a:t>  - 160121737124</a:t>
            </a:r>
          </a:p>
          <a:p>
            <a:pPr marL="0" lvl="0" indent="0" algn="ctr">
              <a:spcBef>
                <a:spcPts val="360"/>
              </a:spcBef>
            </a:pPr>
            <a:endParaRPr lang="en-US" b="1" i="1" dirty="0">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accent6"/>
              </a:buClr>
              <a:buSzPts val="2400"/>
              <a:buFont typeface="Arial"/>
              <a:buNone/>
            </a:pPr>
            <a:endParaRPr b="1" i="1">
              <a:latin typeface="Times New Roman"/>
              <a:ea typeface="Times New Roman"/>
              <a:cs typeface="Times New Roman"/>
              <a:sym typeface="Times New Roman"/>
            </a:endParaRPr>
          </a:p>
          <a:p>
            <a:pPr marL="0" lvl="0" indent="0" algn="ctr" rtl="0">
              <a:lnSpc>
                <a:spcPct val="100000"/>
              </a:lnSpc>
              <a:spcBef>
                <a:spcPts val="576"/>
              </a:spcBef>
              <a:spcAft>
                <a:spcPts val="0"/>
              </a:spcAft>
              <a:buClr>
                <a:schemeClr val="accent6"/>
              </a:buClr>
              <a:buSzPts val="2400"/>
              <a:buNone/>
            </a:pPr>
            <a:endParaRPr i="1"/>
          </a:p>
        </p:txBody>
      </p:sp>
      <p:sp>
        <p:nvSpPr>
          <p:cNvPr id="392" name="Google Shape;392;p10"/>
          <p:cNvSpPr txBox="1"/>
          <p:nvPr/>
        </p:nvSpPr>
        <p:spPr>
          <a:xfrm>
            <a:off x="-75461" y="640449"/>
            <a:ext cx="4169664" cy="667512"/>
          </a:xfrm>
          <a:prstGeom prst="rect">
            <a:avLst/>
          </a:prstGeom>
          <a:noFill/>
          <a:ln>
            <a:noFill/>
          </a:ln>
        </p:spPr>
        <p:txBody>
          <a:bodyPr spcFirstLastPara="1" wrap="square" lIns="91425" tIns="0" rIns="91425" bIns="45700" anchor="b" anchorCtr="0">
            <a:noAutofit/>
          </a:bodyPr>
          <a:lstStyle/>
          <a:p>
            <a:pPr marL="0" marR="0" lvl="0" indent="0" algn="ctr" rtl="0">
              <a:lnSpc>
                <a:spcPct val="110795"/>
              </a:lnSpc>
              <a:spcBef>
                <a:spcPts val="0"/>
              </a:spcBef>
              <a:spcAft>
                <a:spcPts val="0"/>
              </a:spcAft>
              <a:buClr>
                <a:srgbClr val="BB2529"/>
              </a:buClr>
              <a:buSzPts val="4400"/>
              <a:buFont typeface="Arial Black"/>
              <a:buNone/>
            </a:pPr>
            <a:r>
              <a:rPr lang="en-US" sz="4400" b="1" i="0" u="none" strike="noStrike" cap="none">
                <a:solidFill>
                  <a:srgbClr val="BB2529"/>
                </a:solidFill>
                <a:latin typeface="Arial Black"/>
                <a:ea typeface="Arial Black"/>
                <a:cs typeface="Arial Black"/>
                <a:sym typeface="Arial Black"/>
              </a:rPr>
              <a:t>QUERIES?</a:t>
            </a:r>
            <a:endParaRPr sz="4400" b="1" i="0" u="none" strike="noStrike" cap="none">
              <a:solidFill>
                <a:srgbClr val="BB2529"/>
              </a:solidFill>
              <a:latin typeface="Arial Black"/>
              <a:ea typeface="Arial Black"/>
              <a:cs typeface="Arial Black"/>
              <a:sym typeface="Arial Black"/>
            </a:endParaRPr>
          </a:p>
        </p:txBody>
      </p:sp>
    </p:spTree>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1117</Words>
  <Application>Microsoft Office PowerPoint</Application>
  <PresentationFormat>Widescreen</PresentationFormat>
  <Paragraphs>104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Times New Roman</vt:lpstr>
      <vt:lpstr>Noto Sans Symbols</vt:lpstr>
      <vt:lpstr>Arial</vt:lpstr>
      <vt:lpstr>Arial Black</vt:lpstr>
      <vt:lpstr>EB Garamond</vt:lpstr>
      <vt:lpstr>Office Theme</vt:lpstr>
      <vt:lpstr>A HYBRID ENSEMBLE ANTI-NOISE QUANTUM SUPPORT VECTOR MACHINE(QSVM) FOR ROBUST CLASSIFICATION</vt:lpstr>
      <vt:lpstr>AGENDA</vt:lpstr>
      <vt:lpstr>PowerPoint Presentation</vt:lpstr>
      <vt:lpstr>Project Part-1: Publication Status</vt:lpstr>
      <vt:lpstr>Major Modules </vt:lpstr>
      <vt:lpstr>Project Requisites:</vt:lpstr>
      <vt:lpstr> System Design: </vt:lpstr>
      <vt:lpstr>Implementation</vt:lpstr>
      <vt:lpstr>Implementation</vt:lpstr>
      <vt:lpstr>Implementation</vt:lpstr>
      <vt:lpstr>Implementation</vt:lpstr>
      <vt:lpstr>Implementation</vt:lpstr>
      <vt:lpstr>Results &amp; Analysis  </vt:lpstr>
      <vt:lpstr>Results &amp; Analysis  </vt:lpstr>
      <vt:lpstr>Summary</vt:lpstr>
      <vt:lpstr>Future scope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Agriculture Recommender System for Precision farming</dc:title>
  <dc:creator>Ramakrishna Kolikipogu</dc:creator>
  <cp:lastModifiedBy>Varshitha Korepu</cp:lastModifiedBy>
  <cp:revision>17</cp:revision>
  <dcterms:created xsi:type="dcterms:W3CDTF">2023-08-18T08:14:53Z</dcterms:created>
  <dcterms:modified xsi:type="dcterms:W3CDTF">2026-04-13T02:50:47Z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