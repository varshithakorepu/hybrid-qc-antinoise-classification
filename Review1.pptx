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13716000" cy="24384000"/>
  <p:embeddedFontLst>
    <p:embeddedFont>
      <p:font typeface="EB Garamond"/>
      <p:regular r:id="rId17"/>
      <p:bold r:id="rId18"/>
      <p:italic r:id="rId19"/>
      <p:boldItalic r:id="rId20"/>
    </p:embeddedFont>
    <p:embeddedFont>
      <p:font typeface="Arial Black"/>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15:clr>
            <a:srgbClr val="A4A3A4"/>
          </p15:clr>
        </p15:guide>
        <p15:guide id="2" pos="456">
          <p15:clr>
            <a:srgbClr val="A4A3A4"/>
          </p15:clr>
        </p15:guide>
        <p15:guide id="3" orient="horz" pos="2616">
          <p15:clr>
            <a:srgbClr val="A4A3A4"/>
          </p15:clr>
        </p15:guide>
        <p15:guide id="4" orient="horz" pos="3264">
          <p15:clr>
            <a:srgbClr val="A4A3A4"/>
          </p15:clr>
        </p15:guide>
        <p15:guide id="5" pos="6912">
          <p15:clr>
            <a:srgbClr val="A4A3A4"/>
          </p15:clr>
        </p15:guide>
        <p15:guide id="6" orient="horz" pos="2136">
          <p15:clr>
            <a:srgbClr val="A4A3A4"/>
          </p15:clr>
        </p15:guide>
        <p15:guide id="7" orient="horz" pos="4008">
          <p15:clr>
            <a:srgbClr val="A4A3A4"/>
          </p15:clr>
        </p15:guide>
        <p15:guide id="8" orient="horz" pos="1152">
          <p15:clr>
            <a:srgbClr val="A4A3A4"/>
          </p15:clr>
        </p15:guide>
        <p15:guide id="9" orient="horz" pos="2352">
          <p15:clr>
            <a:srgbClr val="A4A3A4"/>
          </p15:clr>
        </p15:guide>
        <p15:guide id="10" orient="horz" pos="1512">
          <p15:clr>
            <a:srgbClr val="A4A3A4"/>
          </p15:clr>
        </p15:guide>
        <p15:guide id="11" pos="7680">
          <p15:clr>
            <a:srgbClr val="A4A3A4"/>
          </p15:clr>
        </p15:guide>
        <p15:guide id="12" pos="6696">
          <p15:clr>
            <a:srgbClr val="A4A3A4"/>
          </p15:clr>
        </p15:guide>
        <p15:guide id="13" pos="1008">
          <p15:clr>
            <a:srgbClr val="A4A3A4"/>
          </p15:clr>
        </p15:guide>
        <p15:guide id="14" pos="1584">
          <p15:clr>
            <a:srgbClr val="A4A3A4"/>
          </p15:clr>
        </p15:guide>
        <p15:guide id="15" pos="2136">
          <p15:clr>
            <a:srgbClr val="A4A3A4"/>
          </p15:clr>
        </p15:guide>
        <p15:guide id="16" pos="2760">
          <p15:clr>
            <a:srgbClr val="A4A3A4"/>
          </p15:clr>
        </p15:guide>
        <p15:guide id="17" pos="3288">
          <p15:clr>
            <a:srgbClr val="A4A3A4"/>
          </p15:clr>
        </p15:guide>
        <p15:guide id="18" pos="4032">
          <p15:clr>
            <a:srgbClr val="A4A3A4"/>
          </p15:clr>
        </p15:guide>
        <p15:guide id="19" pos="4392">
          <p15:clr>
            <a:srgbClr val="A4A3A4"/>
          </p15:clr>
        </p15:guide>
        <p15:guide id="20" pos="4944">
          <p15:clr>
            <a:srgbClr val="A4A3A4"/>
          </p15:clr>
        </p15:guide>
        <p15:guide id="21" pos="5544">
          <p15:clr>
            <a:srgbClr val="A4A3A4"/>
          </p15:clr>
        </p15:guide>
        <p15:guide id="22" pos="6072">
          <p15:clr>
            <a:srgbClr val="A4A3A4"/>
          </p15:clr>
        </p15:guide>
        <p15:guide id="23" orient="horz" pos="2448">
          <p15:clr>
            <a:srgbClr val="A4A3A4"/>
          </p15:clr>
        </p15:guide>
        <p15:guide id="24" orient="horz" pos="960">
          <p15:clr>
            <a:srgbClr val="A4A3A4"/>
          </p15:clr>
        </p15:guide>
        <p15:guide id="25" pos="5256">
          <p15:clr>
            <a:srgbClr val="A4A3A4"/>
          </p15:clr>
        </p15:guide>
        <p15:guide id="26" pos="7261">
          <p15:clr>
            <a:srgbClr val="A4A3A4"/>
          </p15:clr>
        </p15:guide>
      </p15:sldGuideLst>
    </p:ext>
    <p:ext uri="GoogleSlidesCustomDataVersion2">
      <go:slidesCustomData xmlns:go="http://customooxmlschemas.google.com/" r:id="rId22" roundtripDataSignature="AMtx7miT82iEI29YtGB0ONyjR8idwGvj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5F8FDD-1D67-4E13-9120-13680D17CAF7}">
  <a:tblStyle styleId="{325F8FDD-1D67-4E13-9120-13680D17CAF7}" styleName="Table_0">
    <a:wholeTbl>
      <a:tcTxStyle b="off" i="off">
        <a:font>
          <a:latin typeface="Sabon Next LT"/>
          <a:ea typeface="Sabon Next LT"/>
          <a:cs typeface="Sabon Next L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DF6F6"/>
          </a:solidFill>
        </a:fill>
      </a:tcStyle>
    </a:wholeTbl>
    <a:band1H>
      <a:tcTxStyle b="off" i="off"/>
      <a:tcStyle>
        <a:fill>
          <a:solidFill>
            <a:srgbClr val="FBEDED"/>
          </a:solidFill>
        </a:fill>
      </a:tcStyle>
    </a:band1H>
    <a:band2H>
      <a:tcTxStyle b="off" i="off"/>
    </a:band2H>
    <a:band1V>
      <a:tcTxStyle b="off" i="off"/>
      <a:tcStyle>
        <a:fill>
          <a:solidFill>
            <a:srgbClr val="FBEDED"/>
          </a:solidFill>
        </a:fill>
      </a:tcStyle>
    </a:band1V>
    <a:band2V>
      <a:tcTxStyle b="off" i="off"/>
    </a:band2V>
    <a:lastCol>
      <a:tcTxStyle b="on" i="off">
        <a:font>
          <a:latin typeface="Sabon Next LT"/>
          <a:ea typeface="Sabon Next LT"/>
          <a:cs typeface="Sabon Next LT"/>
        </a:font>
        <a:schemeClr val="lt1"/>
      </a:tcTxStyle>
      <a:tcStyle>
        <a:fill>
          <a:solidFill>
            <a:schemeClr val="accent1"/>
          </a:solidFill>
        </a:fill>
      </a:tcStyle>
    </a:lastCol>
    <a:firstCol>
      <a:tcTxStyle b="on" i="off">
        <a:font>
          <a:latin typeface="Sabon Next LT"/>
          <a:ea typeface="Sabon Next LT"/>
          <a:cs typeface="Sabon Next LT"/>
        </a:font>
        <a:schemeClr val="lt1"/>
      </a:tcTxStyle>
      <a:tcStyle>
        <a:fill>
          <a:solidFill>
            <a:schemeClr val="accent1"/>
          </a:solidFill>
        </a:fill>
      </a:tcStyle>
    </a:firstCol>
    <a:lastRow>
      <a:tcTxStyle b="on" i="off">
        <a:font>
          <a:latin typeface="Sabon Next LT"/>
          <a:ea typeface="Sabon Next LT"/>
          <a:cs typeface="Sabon Next L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Sabon Next LT"/>
          <a:ea typeface="Sabon Next LT"/>
          <a:cs typeface="Sabon Next L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guide pos="456"/>
        <p:guide pos="2616" orient="horz"/>
        <p:guide pos="3264" orient="horz"/>
        <p:guide pos="6912"/>
        <p:guide pos="2136" orient="horz"/>
        <p:guide pos="4008" orient="horz"/>
        <p:guide pos="1152" orient="horz"/>
        <p:guide pos="2352" orient="horz"/>
        <p:guide pos="1512" orient="horz"/>
        <p:guide pos="7680"/>
        <p:guide pos="6696"/>
        <p:guide pos="1008"/>
        <p:guide pos="1584"/>
        <p:guide pos="2136"/>
        <p:guide pos="2760"/>
        <p:guide pos="3288"/>
        <p:guide pos="4032"/>
        <p:guide pos="4392"/>
        <p:guide pos="4944"/>
        <p:guide pos="5544"/>
        <p:guide pos="6072"/>
        <p:guide pos="2448" orient="horz"/>
        <p:guide pos="960" orient="horz"/>
        <p:guide pos="5256"/>
        <p:guide pos="7261"/>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BGaramond-bold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ArialBlack-regular.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EBGaramond-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EBGaramond-italic.fntdata"/><Relationship Id="rId6" Type="http://schemas.openxmlformats.org/officeDocument/2006/relationships/notesMaster" Target="notesMasters/notesMaster1.xml"/><Relationship Id="rId18" Type="http://schemas.openxmlformats.org/officeDocument/2006/relationships/font" Target="fonts/EBGaramond-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286450" y="1828800"/>
            <a:ext cx="9144600"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2: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3: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4: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5: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5: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6: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7: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p7: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8: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8: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9: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9: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0:notes"/>
          <p:cNvSpPr txBox="1"/>
          <p:nvPr>
            <p:ph idx="1" type="body"/>
          </p:nvPr>
        </p:nvSpPr>
        <p:spPr>
          <a:xfrm>
            <a:off x="1371600" y="11582400"/>
            <a:ext cx="10972800" cy="1097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p10:notes"/>
          <p:cNvSpPr/>
          <p:nvPr>
            <p:ph idx="2" type="sldImg"/>
          </p:nvPr>
        </p:nvSpPr>
        <p:spPr>
          <a:xfrm>
            <a:off x="-1268413" y="1828800"/>
            <a:ext cx="16254413" cy="9144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1"/>
        </a:solidFill>
      </p:bgPr>
    </p:bg>
    <p:spTree>
      <p:nvGrpSpPr>
        <p:cNvPr id="10" name="Shape 10"/>
        <p:cNvGrpSpPr/>
        <p:nvPr/>
      </p:nvGrpSpPr>
      <p:grpSpPr>
        <a:xfrm>
          <a:off x="0" y="0"/>
          <a:ext cx="0" cy="0"/>
          <a:chOff x="0" y="0"/>
          <a:chExt cx="0" cy="0"/>
        </a:xfrm>
      </p:grpSpPr>
      <p:pic>
        <p:nvPicPr>
          <p:cNvPr descr="https://www.cbit.ac.in/wp-content/uploads/2023/05/CBIT-LOGO-24.05.2023.-4.no_-1.png" id="11" name="Google Shape;11;p12"/>
          <p:cNvPicPr preferRelativeResize="0"/>
          <p:nvPr/>
        </p:nvPicPr>
        <p:blipFill rotWithShape="1">
          <a:blip r:embed="rId2">
            <a:alphaModFix/>
          </a:blip>
          <a:srcRect b="0" l="0" r="0" t="0"/>
          <a:stretch/>
        </p:blipFill>
        <p:spPr>
          <a:xfrm>
            <a:off x="443675" y="189819"/>
            <a:ext cx="4324985" cy="1015984"/>
          </a:xfrm>
          <a:prstGeom prst="rect">
            <a:avLst/>
          </a:prstGeom>
          <a:noFill/>
          <a:ln>
            <a:noFill/>
          </a:ln>
        </p:spPr>
      </p:pic>
      <p:sp>
        <p:nvSpPr>
          <p:cNvPr id="12" name="Google Shape;12;p12"/>
          <p:cNvSpPr/>
          <p:nvPr/>
        </p:nvSpPr>
        <p:spPr>
          <a:xfrm>
            <a:off x="5363358" y="6411677"/>
            <a:ext cx="6828600" cy="2769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0" i="1" lang="en-US" sz="1200" u="none" cap="none" strike="noStrike">
                <a:solidFill>
                  <a:srgbClr val="202C8F"/>
                </a:solidFill>
                <a:latin typeface="EB Garamond"/>
                <a:ea typeface="EB Garamond"/>
                <a:cs typeface="EB Garamond"/>
                <a:sym typeface="EB Garamond"/>
              </a:rPr>
              <a:t>Review-1: Project Part-1, Department of Information Technology</a:t>
            </a:r>
            <a:endParaRPr b="0" i="1" sz="1200" u="none" cap="none" strike="noStrike">
              <a:solidFill>
                <a:srgbClr val="202C8F"/>
              </a:solidFill>
              <a:latin typeface="EB Garamond"/>
              <a:ea typeface="EB Garamond"/>
              <a:cs typeface="EB Garamond"/>
              <a:sym typeface="EB Garamon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3" name="Shape 13"/>
        <p:cNvGrpSpPr/>
        <p:nvPr/>
      </p:nvGrpSpPr>
      <p:grpSpPr>
        <a:xfrm>
          <a:off x="0" y="0"/>
          <a:ext cx="0" cy="0"/>
          <a:chOff x="0" y="0"/>
          <a:chExt cx="0" cy="0"/>
        </a:xfrm>
      </p:grpSpPr>
      <p:grpSp>
        <p:nvGrpSpPr>
          <p:cNvPr id="14" name="Google Shape;14;p13"/>
          <p:cNvGrpSpPr/>
          <p:nvPr/>
        </p:nvGrpSpPr>
        <p:grpSpPr>
          <a:xfrm>
            <a:off x="6452333" y="3405034"/>
            <a:ext cx="5739740" cy="3467995"/>
            <a:chOff x="5009037" y="2525712"/>
            <a:chExt cx="7170194" cy="4332287"/>
          </a:xfrm>
        </p:grpSpPr>
        <p:sp>
          <p:nvSpPr>
            <p:cNvPr id="15" name="Google Shape;15;p13"/>
            <p:cNvSpPr/>
            <p:nvPr/>
          </p:nvSpPr>
          <p:spPr>
            <a:xfrm>
              <a:off x="5009037" y="2525712"/>
              <a:ext cx="3601721" cy="4332287"/>
            </a:xfrm>
            <a:custGeom>
              <a:rect b="b" l="l" r="r" t="t"/>
              <a:pathLst>
                <a:path extrusionOk="0" h="1441" w="1198">
                  <a:moveTo>
                    <a:pt x="1198" y="0"/>
                  </a:moveTo>
                  <a:lnTo>
                    <a:pt x="0" y="1441"/>
                  </a:lnTo>
                  <a:lnTo>
                    <a:pt x="1198" y="1441"/>
                  </a:lnTo>
                  <a:lnTo>
                    <a:pt x="119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 name="Google Shape;16;p13"/>
            <p:cNvSpPr/>
            <p:nvPr/>
          </p:nvSpPr>
          <p:spPr>
            <a:xfrm>
              <a:off x="8589536" y="2525712"/>
              <a:ext cx="3589695" cy="4332287"/>
            </a:xfrm>
            <a:custGeom>
              <a:rect b="b" l="l" r="r" t="t"/>
              <a:pathLst>
                <a:path extrusionOk="0" h="1441" w="1194">
                  <a:moveTo>
                    <a:pt x="0" y="0"/>
                  </a:moveTo>
                  <a:lnTo>
                    <a:pt x="1194" y="1441"/>
                  </a:lnTo>
                  <a:lnTo>
                    <a:pt x="0" y="1441"/>
                  </a:lnTo>
                  <a:lnTo>
                    <a:pt x="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grpSp>
      <p:grpSp>
        <p:nvGrpSpPr>
          <p:cNvPr id="17" name="Google Shape;17;p13"/>
          <p:cNvGrpSpPr/>
          <p:nvPr/>
        </p:nvGrpSpPr>
        <p:grpSpPr>
          <a:xfrm rot="10800000">
            <a:off x="6465537" y="-40"/>
            <a:ext cx="5739739" cy="3467995"/>
            <a:chOff x="5183405" y="2678112"/>
            <a:chExt cx="7170193" cy="4332287"/>
          </a:xfrm>
        </p:grpSpPr>
        <p:sp>
          <p:nvSpPr>
            <p:cNvPr id="18" name="Google Shape;18;p13"/>
            <p:cNvSpPr/>
            <p:nvPr/>
          </p:nvSpPr>
          <p:spPr>
            <a:xfrm>
              <a:off x="5183405" y="2678112"/>
              <a:ext cx="3601721" cy="4332287"/>
            </a:xfrm>
            <a:custGeom>
              <a:rect b="b" l="l" r="r" t="t"/>
              <a:pathLst>
                <a:path extrusionOk="0" h="1441" w="1198">
                  <a:moveTo>
                    <a:pt x="1198" y="0"/>
                  </a:moveTo>
                  <a:lnTo>
                    <a:pt x="0" y="1441"/>
                  </a:lnTo>
                  <a:lnTo>
                    <a:pt x="1198" y="1441"/>
                  </a:lnTo>
                  <a:lnTo>
                    <a:pt x="1198"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9" name="Google Shape;19;p13"/>
            <p:cNvSpPr/>
            <p:nvPr/>
          </p:nvSpPr>
          <p:spPr>
            <a:xfrm>
              <a:off x="8763903" y="2678112"/>
              <a:ext cx="3589695" cy="4332287"/>
            </a:xfrm>
            <a:custGeom>
              <a:rect b="b" l="l" r="r" t="t"/>
              <a:pathLst>
                <a:path extrusionOk="0" h="1441" w="1194">
                  <a:moveTo>
                    <a:pt x="0" y="0"/>
                  </a:moveTo>
                  <a:lnTo>
                    <a:pt x="1194" y="1441"/>
                  </a:lnTo>
                  <a:lnTo>
                    <a:pt x="0" y="1441"/>
                  </a:lnTo>
                  <a:lnTo>
                    <a:pt x="0" y="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grpSp>
      <p:sp>
        <p:nvSpPr>
          <p:cNvPr descr="preencoded.png" id="20" name="Google Shape;20;p13"/>
          <p:cNvSpPr/>
          <p:nvPr/>
        </p:nvSpPr>
        <p:spPr>
          <a:xfrm>
            <a:off x="7642518" y="4577658"/>
            <a:ext cx="775021" cy="775021"/>
          </a:xfrm>
          <a:custGeom>
            <a:rect b="b" l="l" r="r" t="t"/>
            <a:pathLst>
              <a:path extrusionOk="0" h="775021" w="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1" name="Google Shape;21;p13"/>
          <p:cNvSpPr txBox="1"/>
          <p:nvPr>
            <p:ph type="title"/>
          </p:nvPr>
        </p:nvSpPr>
        <p:spPr>
          <a:xfrm>
            <a:off x="1499616" y="1901952"/>
            <a:ext cx="5693700" cy="768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 type="body"/>
          </p:nvPr>
        </p:nvSpPr>
        <p:spPr>
          <a:xfrm>
            <a:off x="1499616" y="2770632"/>
            <a:ext cx="5693700" cy="3122100"/>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0"/>
              </a:spcBef>
              <a:spcAft>
                <a:spcPts val="0"/>
              </a:spcAft>
              <a:buClr>
                <a:schemeClr val="accent6"/>
              </a:buClr>
              <a:buSzPts val="2400"/>
              <a:buNone/>
              <a:defRPr sz="2400"/>
            </a:lvl1pPr>
            <a:lvl2pPr indent="-355600" lvl="1" marL="914400" algn="l">
              <a:lnSpc>
                <a:spcPct val="150000"/>
              </a:lnSpc>
              <a:spcBef>
                <a:spcPts val="0"/>
              </a:spcBef>
              <a:spcAft>
                <a:spcPts val="0"/>
              </a:spcAft>
              <a:buClr>
                <a:schemeClr val="accent6"/>
              </a:buClr>
              <a:buSzPts val="2000"/>
              <a:buChar char="•"/>
              <a:defRPr sz="2000"/>
            </a:lvl2pPr>
            <a:lvl3pPr indent="-342900" lvl="2" marL="1371600" algn="l">
              <a:lnSpc>
                <a:spcPct val="150000"/>
              </a:lnSpc>
              <a:spcBef>
                <a:spcPts val="0"/>
              </a:spcBef>
              <a:spcAft>
                <a:spcPts val="0"/>
              </a:spcAft>
              <a:buClr>
                <a:schemeClr val="accent6"/>
              </a:buClr>
              <a:buSzPts val="1800"/>
              <a:buChar char="•"/>
              <a:defRPr sz="1800"/>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23" name="Google Shape;23;p13"/>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4" name="Google Shape;24;p13"/>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type="obj">
  <p:cSld name="OBJECT">
    <p:spTree>
      <p:nvGrpSpPr>
        <p:cNvPr id="25" name="Shape 25"/>
        <p:cNvGrpSpPr/>
        <p:nvPr/>
      </p:nvGrpSpPr>
      <p:grpSpPr>
        <a:xfrm>
          <a:off x="0" y="0"/>
          <a:ext cx="0" cy="0"/>
          <a:chOff x="0" y="0"/>
          <a:chExt cx="0" cy="0"/>
        </a:xfrm>
      </p:grpSpPr>
      <p:sp>
        <p:nvSpPr>
          <p:cNvPr id="26" name="Google Shape;26;p14"/>
          <p:cNvSpPr/>
          <p:nvPr/>
        </p:nvSpPr>
        <p:spPr>
          <a:xfrm>
            <a:off x="0" y="3427336"/>
            <a:ext cx="3430200" cy="3430665"/>
          </a:xfrm>
          <a:custGeom>
            <a:rect b="b" l="l" r="r" t="t"/>
            <a:pathLst>
              <a:path extrusionOk="0" h="3430665" w="3430200">
                <a:moveTo>
                  <a:pt x="0" y="0"/>
                </a:moveTo>
                <a:lnTo>
                  <a:pt x="3430200" y="0"/>
                </a:lnTo>
                <a:lnTo>
                  <a:pt x="3430200" y="3430665"/>
                </a:lnTo>
                <a:lnTo>
                  <a:pt x="0" y="3430665"/>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7" name="Google Shape;27;p14"/>
          <p:cNvSpPr/>
          <p:nvPr/>
        </p:nvSpPr>
        <p:spPr>
          <a:xfrm>
            <a:off x="0" y="3427336"/>
            <a:ext cx="3430200" cy="3430665"/>
          </a:xfrm>
          <a:custGeom>
            <a:rect b="b" l="l" r="r" t="t"/>
            <a:pathLst>
              <a:path extrusionOk="0" h="3430665" w="3430200">
                <a:moveTo>
                  <a:pt x="3430200" y="0"/>
                </a:moveTo>
                <a:lnTo>
                  <a:pt x="3430200" y="3430665"/>
                </a:lnTo>
                <a:lnTo>
                  <a:pt x="0" y="3430665"/>
                </a:lnTo>
                <a:lnTo>
                  <a:pt x="0" y="341753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8" name="Google Shape;28;p14"/>
          <p:cNvSpPr/>
          <p:nvPr/>
        </p:nvSpPr>
        <p:spPr>
          <a:xfrm>
            <a:off x="1" y="-27431"/>
            <a:ext cx="3423785" cy="3437345"/>
          </a:xfrm>
          <a:custGeom>
            <a:rect b="b" l="l" r="r" t="t"/>
            <a:pathLst>
              <a:path extrusionOk="0" h="3437345" w="3423785">
                <a:moveTo>
                  <a:pt x="0" y="0"/>
                </a:moveTo>
                <a:lnTo>
                  <a:pt x="3423785" y="0"/>
                </a:lnTo>
                <a:lnTo>
                  <a:pt x="3423785" y="3437345"/>
                </a:lnTo>
                <a:lnTo>
                  <a:pt x="0" y="3437345"/>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9" name="Google Shape;29;p14"/>
          <p:cNvSpPr txBox="1"/>
          <p:nvPr>
            <p:ph type="title"/>
          </p:nvPr>
        </p:nvSpPr>
        <p:spPr>
          <a:xfrm>
            <a:off x="4224528" y="2276856"/>
            <a:ext cx="6766500" cy="768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4"/>
          <p:cNvSpPr txBox="1"/>
          <p:nvPr>
            <p:ph idx="1" type="body"/>
          </p:nvPr>
        </p:nvSpPr>
        <p:spPr>
          <a:xfrm>
            <a:off x="4224528" y="3222752"/>
            <a:ext cx="6766500" cy="2700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accent6"/>
              </a:buClr>
              <a:buSzPts val="1500"/>
              <a:buNone/>
              <a:defRPr sz="1500"/>
            </a:lvl1pPr>
            <a:lvl2pPr indent="-323850" lvl="1" marL="914400" algn="l">
              <a:lnSpc>
                <a:spcPct val="100000"/>
              </a:lnSpc>
              <a:spcBef>
                <a:spcPts val="360"/>
              </a:spcBef>
              <a:spcAft>
                <a:spcPts val="0"/>
              </a:spcAft>
              <a:buClr>
                <a:schemeClr val="accent6"/>
              </a:buClr>
              <a:buSzPts val="1500"/>
              <a:buChar char="•"/>
              <a:defRPr sz="1500"/>
            </a:lvl2pPr>
            <a:lvl3pPr indent="-323850" lvl="2" marL="1371600" algn="l">
              <a:lnSpc>
                <a:spcPct val="100000"/>
              </a:lnSpc>
              <a:spcBef>
                <a:spcPts val="360"/>
              </a:spcBef>
              <a:spcAft>
                <a:spcPts val="0"/>
              </a:spcAft>
              <a:buClr>
                <a:schemeClr val="accent6"/>
              </a:buClr>
              <a:buSzPts val="1500"/>
              <a:buChar char="•"/>
              <a:defRPr sz="1500"/>
            </a:lvl3pPr>
            <a:lvl4pPr indent="-323850" lvl="3" marL="1828800" algn="l">
              <a:lnSpc>
                <a:spcPct val="100000"/>
              </a:lnSpc>
              <a:spcBef>
                <a:spcPts val="360"/>
              </a:spcBef>
              <a:spcAft>
                <a:spcPts val="0"/>
              </a:spcAft>
              <a:buClr>
                <a:schemeClr val="accent6"/>
              </a:buClr>
              <a:buSzPts val="1500"/>
              <a:buChar char="•"/>
              <a:defRPr sz="1500"/>
            </a:lvl4pPr>
            <a:lvl5pPr indent="-323850" lvl="4" marL="2286000" algn="l">
              <a:lnSpc>
                <a:spcPct val="100000"/>
              </a:lnSpc>
              <a:spcBef>
                <a:spcPts val="360"/>
              </a:spcBef>
              <a:spcAft>
                <a:spcPts val="0"/>
              </a:spcAft>
              <a:buClr>
                <a:schemeClr val="accent6"/>
              </a:buClr>
              <a:buSzPts val="1500"/>
              <a:buChar char="•"/>
              <a:defRPr sz="15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4"/>
          <p:cNvSpPr txBox="1"/>
          <p:nvPr>
            <p:ph idx="11" type="ftr"/>
          </p:nvPr>
        </p:nvSpPr>
        <p:spPr>
          <a:xfrm>
            <a:off x="4224528"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14"/>
          <p:cNvSpPr/>
          <p:nvPr/>
        </p:nvSpPr>
        <p:spPr>
          <a:xfrm>
            <a:off x="1" y="869"/>
            <a:ext cx="3423785" cy="3436477"/>
          </a:xfrm>
          <a:custGeom>
            <a:rect b="b" l="l" r="r" t="t"/>
            <a:pathLst>
              <a:path extrusionOk="0" h="3436477" w="3423785">
                <a:moveTo>
                  <a:pt x="0" y="0"/>
                </a:moveTo>
                <a:lnTo>
                  <a:pt x="3423785" y="3436477"/>
                </a:lnTo>
                <a:lnTo>
                  <a:pt x="0" y="343647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https://www.cbit.ac.in/wp-content/uploads/2023/05/CBIT-LOGO-24.05.2023.-4.no_-1.png" id="34" name="Google Shape;34;p14"/>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35" name="Google Shape;35;p14"/>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type="title">
  <p:cSld name="TITLE">
    <p:bg>
      <p:bgPr>
        <a:solidFill>
          <a:schemeClr val="accent6"/>
        </a:solidFill>
      </p:bgPr>
    </p:bg>
    <p:spTree>
      <p:nvGrpSpPr>
        <p:cNvPr id="36" name="Shape 36"/>
        <p:cNvGrpSpPr/>
        <p:nvPr/>
      </p:nvGrpSpPr>
      <p:grpSpPr>
        <a:xfrm>
          <a:off x="0" y="0"/>
          <a:ext cx="0" cy="0"/>
          <a:chOff x="0" y="0"/>
          <a:chExt cx="0" cy="0"/>
        </a:xfrm>
      </p:grpSpPr>
      <p:sp>
        <p:nvSpPr>
          <p:cNvPr id="37" name="Google Shape;37;p15"/>
          <p:cNvSpPr/>
          <p:nvPr/>
        </p:nvSpPr>
        <p:spPr>
          <a:xfrm>
            <a:off x="0" y="0"/>
            <a:ext cx="8948738" cy="6858000"/>
          </a:xfrm>
          <a:custGeom>
            <a:rect b="b" l="l" r="r" t="t"/>
            <a:pathLst>
              <a:path extrusionOk="0" h="6858000" w="8948738">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38" name="Google Shape;38;p15"/>
          <p:cNvSpPr/>
          <p:nvPr/>
        </p:nvSpPr>
        <p:spPr>
          <a:xfrm>
            <a:off x="7538626" y="13142"/>
            <a:ext cx="4653374" cy="6831717"/>
          </a:xfrm>
          <a:custGeom>
            <a:rect b="b" l="l" r="r" t="t"/>
            <a:pathLst>
              <a:path extrusionOk="0" h="6831717" w="4653374">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39" name="Google Shape;39;p15"/>
          <p:cNvPicPr preferRelativeResize="0"/>
          <p:nvPr/>
        </p:nvPicPr>
        <p:blipFill rotWithShape="1">
          <a:blip r:embed="rId2">
            <a:alphaModFix/>
          </a:blip>
          <a:srcRect b="0" l="0" r="0" t="0"/>
          <a:stretch/>
        </p:blipFill>
        <p:spPr>
          <a:xfrm>
            <a:off x="8737234" y="-25041"/>
            <a:ext cx="3432194" cy="3432194"/>
          </a:xfrm>
          <a:prstGeom prst="rect">
            <a:avLst/>
          </a:prstGeom>
          <a:noFill/>
          <a:ln>
            <a:noFill/>
          </a:ln>
        </p:spPr>
      </p:pic>
      <p:sp>
        <p:nvSpPr>
          <p:cNvPr id="40" name="Google Shape;40;p15"/>
          <p:cNvSpPr txBox="1"/>
          <p:nvPr>
            <p:ph type="ctrTitle"/>
          </p:nvPr>
        </p:nvSpPr>
        <p:spPr>
          <a:xfrm>
            <a:off x="1527048" y="1975104"/>
            <a:ext cx="4169700" cy="667500"/>
          </a:xfrm>
          <a:prstGeom prst="rect">
            <a:avLst/>
          </a:prstGeom>
          <a:noFill/>
          <a:ln>
            <a:noFill/>
          </a:ln>
        </p:spPr>
        <p:txBody>
          <a:bodyPr anchorCtr="0" anchor="b" bIns="45700" lIns="91425" spcFirstLastPara="1" rIns="91425" wrap="square" tIns="0">
            <a:noAutofit/>
          </a:bodyPr>
          <a:lstStyle>
            <a:lvl1pPr lvl="0" algn="l">
              <a:lnSpc>
                <a:spcPct val="110795"/>
              </a:lnSpc>
              <a:spcBef>
                <a:spcPts val="0"/>
              </a:spcBef>
              <a:spcAft>
                <a:spcPts val="0"/>
              </a:spcAft>
              <a:buClr>
                <a:schemeClr val="accent6"/>
              </a:buClr>
              <a:buSzPts val="4400"/>
              <a:buFont typeface="Arial Black"/>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 type="subTitle"/>
          </p:nvPr>
        </p:nvSpPr>
        <p:spPr>
          <a:xfrm>
            <a:off x="1545336" y="2846832"/>
            <a:ext cx="4169700" cy="2176200"/>
          </a:xfrm>
          <a:prstGeom prst="rect">
            <a:avLst/>
          </a:prstGeom>
          <a:noFill/>
          <a:ln>
            <a:noFill/>
          </a:ln>
        </p:spPr>
        <p:txBody>
          <a:bodyPr anchorCtr="0" anchor="t" bIns="0" lIns="91425" spcFirstLastPara="1" rIns="91425" wrap="square" tIns="0">
            <a:normAutofit/>
          </a:bodyPr>
          <a:lstStyle>
            <a:lvl1pPr lvl="0" algn="l">
              <a:lnSpc>
                <a:spcPct val="100000"/>
              </a:lnSpc>
              <a:spcBef>
                <a:spcPts val="576"/>
              </a:spcBef>
              <a:spcAft>
                <a:spcPts val="0"/>
              </a:spcAft>
              <a:buClr>
                <a:schemeClr val="accent6"/>
              </a:buClr>
              <a:buSzPts val="2400"/>
              <a:buNone/>
              <a:defRPr sz="2400"/>
            </a:lvl1pPr>
            <a:lvl2pPr lvl="1" algn="ctr">
              <a:lnSpc>
                <a:spcPct val="100000"/>
              </a:lnSpc>
              <a:spcBef>
                <a:spcPts val="360"/>
              </a:spcBef>
              <a:spcAft>
                <a:spcPts val="0"/>
              </a:spcAft>
              <a:buClr>
                <a:schemeClr val="accent6"/>
              </a:buClr>
              <a:buSzPts val="2000"/>
              <a:buNone/>
              <a:defRPr sz="2000"/>
            </a:lvl2pPr>
            <a:lvl3pPr lvl="2" algn="ctr">
              <a:lnSpc>
                <a:spcPct val="100000"/>
              </a:lnSpc>
              <a:spcBef>
                <a:spcPts val="360"/>
              </a:spcBef>
              <a:spcAft>
                <a:spcPts val="0"/>
              </a:spcAft>
              <a:buClr>
                <a:schemeClr val="accent6"/>
              </a:buClr>
              <a:buSzPts val="1800"/>
              <a:buNone/>
              <a:defRPr sz="1800"/>
            </a:lvl3pPr>
            <a:lvl4pPr lvl="3" algn="ctr">
              <a:lnSpc>
                <a:spcPct val="100000"/>
              </a:lnSpc>
              <a:spcBef>
                <a:spcPts val="360"/>
              </a:spcBef>
              <a:spcAft>
                <a:spcPts val="0"/>
              </a:spcAft>
              <a:buClr>
                <a:schemeClr val="accent6"/>
              </a:buClr>
              <a:buSzPts val="1600"/>
              <a:buNone/>
              <a:defRPr sz="1600"/>
            </a:lvl4pPr>
            <a:lvl5pPr lvl="4" algn="ctr">
              <a:lnSpc>
                <a:spcPct val="100000"/>
              </a:lnSpc>
              <a:spcBef>
                <a:spcPts val="360"/>
              </a:spcBef>
              <a:spcAft>
                <a:spcPts val="0"/>
              </a:spcAft>
              <a:buClr>
                <a:schemeClr val="accent6"/>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https://www.cbit.ac.in/wp-content/uploads/2023/05/CBIT-LOGO-24.05.2023.-4.no_-1.png" id="42" name="Google Shape;42;p15"/>
          <p:cNvPicPr preferRelativeResize="0"/>
          <p:nvPr/>
        </p:nvPicPr>
        <p:blipFill rotWithShape="1">
          <a:blip r:embed="rId3">
            <a:alphaModFix/>
          </a:blip>
          <a:srcRect b="0" l="0" r="0" t="0"/>
          <a:stretch/>
        </p:blipFill>
        <p:spPr>
          <a:xfrm>
            <a:off x="7642518" y="-9144"/>
            <a:ext cx="4324985" cy="1015984"/>
          </a:xfrm>
          <a:prstGeom prst="rect">
            <a:avLst/>
          </a:prstGeom>
          <a:noFill/>
          <a:ln>
            <a:noFill/>
          </a:ln>
        </p:spPr>
      </p:pic>
      <p:sp>
        <p:nvSpPr>
          <p:cNvPr id="43" name="Google Shape;43;p15"/>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16"/>
          <p:cNvSpPr/>
          <p:nvPr/>
        </p:nvSpPr>
        <p:spPr>
          <a:xfrm>
            <a:off x="2062836" y="686475"/>
            <a:ext cx="7774629" cy="6193018"/>
          </a:xfrm>
          <a:custGeom>
            <a:rect b="b" l="l" r="r" t="t"/>
            <a:pathLst>
              <a:path extrusionOk="0" h="6193018" w="7774629">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rgbClr val="F8E7E7">
              <a:alpha val="9843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46" name="Google Shape;46;p16"/>
          <p:cNvSpPr/>
          <p:nvPr/>
        </p:nvSpPr>
        <p:spPr>
          <a:xfrm>
            <a:off x="7610252" y="1"/>
            <a:ext cx="2273668" cy="3147998"/>
          </a:xfrm>
          <a:custGeom>
            <a:rect b="b" l="l" r="r" t="t"/>
            <a:pathLst>
              <a:path extrusionOk="0" h="3147998" w="227366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47" name="Google Shape;47;p16"/>
          <p:cNvSpPr/>
          <p:nvPr/>
        </p:nvSpPr>
        <p:spPr>
          <a:xfrm>
            <a:off x="9883919" y="2"/>
            <a:ext cx="2254928" cy="3141557"/>
          </a:xfrm>
          <a:custGeom>
            <a:rect b="b" l="l" r="r" t="t"/>
            <a:pathLst>
              <a:path extrusionOk="0" h="3141557" w="2254928">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48" name="Google Shape;48;p16"/>
          <p:cNvSpPr/>
          <p:nvPr/>
        </p:nvSpPr>
        <p:spPr>
          <a:xfrm>
            <a:off x="8395730" y="2"/>
            <a:ext cx="2959203" cy="2352793"/>
          </a:xfrm>
          <a:custGeom>
            <a:rect b="b" l="l" r="r" t="t"/>
            <a:pathLst>
              <a:path extrusionOk="0" h="2352793" w="295920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49" name="Google Shape;49;p16"/>
          <p:cNvSpPr/>
          <p:nvPr/>
        </p:nvSpPr>
        <p:spPr>
          <a:xfrm>
            <a:off x="1390854" y="3130662"/>
            <a:ext cx="3106248" cy="3748831"/>
          </a:xfrm>
          <a:custGeom>
            <a:rect b="b" l="l" r="r" t="t"/>
            <a:pathLst>
              <a:path extrusionOk="0" h="3748831" w="3106248">
                <a:moveTo>
                  <a:pt x="0" y="0"/>
                </a:moveTo>
                <a:lnTo>
                  <a:pt x="3106248" y="3748831"/>
                </a:lnTo>
                <a:lnTo>
                  <a:pt x="0" y="3748831"/>
                </a:lnTo>
                <a:close/>
              </a:path>
            </a:pathLst>
          </a:custGeom>
          <a:solidFill>
            <a:schemeClr val="accent2">
              <a:alpha val="98431"/>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50" name="Google Shape;50;p16"/>
          <p:cNvSpPr/>
          <p:nvPr/>
        </p:nvSpPr>
        <p:spPr>
          <a:xfrm>
            <a:off x="0" y="3130661"/>
            <a:ext cx="1400640" cy="3748832"/>
          </a:xfrm>
          <a:custGeom>
            <a:rect b="b" l="l" r="r" t="t"/>
            <a:pathLst>
              <a:path extrusionOk="0" h="3748832" w="1400640">
                <a:moveTo>
                  <a:pt x="1400640" y="0"/>
                </a:moveTo>
                <a:lnTo>
                  <a:pt x="1400640" y="3748832"/>
                </a:lnTo>
                <a:lnTo>
                  <a:pt x="0" y="3748832"/>
                </a:lnTo>
                <a:lnTo>
                  <a:pt x="0" y="168474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51" name="Google Shape;51;p16"/>
          <p:cNvSpPr txBox="1"/>
          <p:nvPr>
            <p:ph type="title"/>
          </p:nvPr>
        </p:nvSpPr>
        <p:spPr>
          <a:xfrm>
            <a:off x="2895600" y="3776472"/>
            <a:ext cx="6400800" cy="768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txBox="1"/>
          <p:nvPr>
            <p:ph idx="1" type="body"/>
          </p:nvPr>
        </p:nvSpPr>
        <p:spPr>
          <a:xfrm>
            <a:off x="2895600" y="4718304"/>
            <a:ext cx="6400800" cy="5121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6"/>
              </a:buClr>
              <a:buSzPts val="2400"/>
              <a:buNone/>
              <a:defRPr sz="2400">
                <a:solidFill>
                  <a:schemeClr val="accent6"/>
                </a:solidFill>
              </a:defRPr>
            </a:lvl1pPr>
            <a:lvl2pPr indent="-228600" lvl="1" marL="914400" algn="l">
              <a:lnSpc>
                <a:spcPct val="100000"/>
              </a:lnSpc>
              <a:spcBef>
                <a:spcPts val="360"/>
              </a:spcBef>
              <a:spcAft>
                <a:spcPts val="0"/>
              </a:spcAft>
              <a:buClr>
                <a:srgbClr val="888888"/>
              </a:buClr>
              <a:buSzPts val="2000"/>
              <a:buNone/>
              <a:defRPr sz="2000">
                <a:solidFill>
                  <a:srgbClr val="888888"/>
                </a:solidFill>
              </a:defRPr>
            </a:lvl2pPr>
            <a:lvl3pPr indent="-228600" lvl="2" marL="1371600" algn="l">
              <a:lnSpc>
                <a:spcPct val="100000"/>
              </a:lnSpc>
              <a:spcBef>
                <a:spcPts val="360"/>
              </a:spcBef>
              <a:spcAft>
                <a:spcPts val="0"/>
              </a:spcAft>
              <a:buClr>
                <a:srgbClr val="888888"/>
              </a:buClr>
              <a:buSzPts val="1800"/>
              <a:buNone/>
              <a:defRPr sz="1800">
                <a:solidFill>
                  <a:srgbClr val="888888"/>
                </a:solidFill>
              </a:defRPr>
            </a:lvl3pPr>
            <a:lvl4pPr indent="-228600" lvl="3" marL="1828800" algn="l">
              <a:lnSpc>
                <a:spcPct val="100000"/>
              </a:lnSpc>
              <a:spcBef>
                <a:spcPts val="360"/>
              </a:spcBef>
              <a:spcAft>
                <a:spcPts val="0"/>
              </a:spcAft>
              <a:buClr>
                <a:srgbClr val="888888"/>
              </a:buClr>
              <a:buSzPts val="1600"/>
              <a:buNone/>
              <a:defRPr sz="1600">
                <a:solidFill>
                  <a:srgbClr val="888888"/>
                </a:solidFill>
              </a:defRPr>
            </a:lvl4pPr>
            <a:lvl5pPr indent="-228600" lvl="4" marL="2286000" algn="l">
              <a:lnSpc>
                <a:spcPct val="100000"/>
              </a:lnSpc>
              <a:spcBef>
                <a:spcPts val="36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descr="https://www.cbit.ac.in/wp-content/uploads/2023/05/CBIT-LOGO-24.05.2023.-4.no_-1.png" id="53" name="Google Shape;53;p16"/>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54" name="Google Shape;54;p16"/>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Title and Chart">
    <p:spTree>
      <p:nvGrpSpPr>
        <p:cNvPr id="55" name="Shape 55"/>
        <p:cNvGrpSpPr/>
        <p:nvPr/>
      </p:nvGrpSpPr>
      <p:grpSpPr>
        <a:xfrm>
          <a:off x="0" y="0"/>
          <a:ext cx="0" cy="0"/>
          <a:chOff x="0" y="0"/>
          <a:chExt cx="0" cy="0"/>
        </a:xfrm>
      </p:grpSpPr>
      <p:sp>
        <p:nvSpPr>
          <p:cNvPr id="56" name="Google Shape;56;p17"/>
          <p:cNvSpPr/>
          <p:nvPr/>
        </p:nvSpPr>
        <p:spPr>
          <a:xfrm>
            <a:off x="1" y="0"/>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57" name="Google Shape;57;p17"/>
          <p:cNvSpPr txBox="1"/>
          <p:nvPr>
            <p:ph type="title"/>
          </p:nvPr>
        </p:nvSpPr>
        <p:spPr>
          <a:xfrm>
            <a:off x="758952" y="1216152"/>
            <a:ext cx="10671000" cy="768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7"/>
          <p:cNvSpPr txBox="1"/>
          <p:nvPr>
            <p:ph idx="1" type="body"/>
          </p:nvPr>
        </p:nvSpPr>
        <p:spPr>
          <a:xfrm>
            <a:off x="539496" y="2103120"/>
            <a:ext cx="11119200" cy="44349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accent6"/>
              </a:buClr>
              <a:buSzPts val="1800"/>
              <a:buChar char="•"/>
              <a:defRPr sz="1800"/>
            </a:lvl1pPr>
            <a:lvl2pPr indent="-330200" lvl="1" marL="914400" algn="l">
              <a:lnSpc>
                <a:spcPct val="100000"/>
              </a:lnSpc>
              <a:spcBef>
                <a:spcPts val="360"/>
              </a:spcBef>
              <a:spcAft>
                <a:spcPts val="0"/>
              </a:spcAft>
              <a:buClr>
                <a:schemeClr val="accent6"/>
              </a:buClr>
              <a:buSzPts val="1600"/>
              <a:buChar char="•"/>
              <a:defRPr sz="1600"/>
            </a:lvl2pPr>
            <a:lvl3pPr indent="-317500" lvl="2" marL="1371600" algn="l">
              <a:lnSpc>
                <a:spcPct val="100000"/>
              </a:lnSpc>
              <a:spcBef>
                <a:spcPts val="360"/>
              </a:spcBef>
              <a:spcAft>
                <a:spcPts val="0"/>
              </a:spcAft>
              <a:buClr>
                <a:schemeClr val="accent6"/>
              </a:buClr>
              <a:buSzPts val="1400"/>
              <a:buChar char="•"/>
              <a:defRPr sz="14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7"/>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61" name="Google Shape;61;p17"/>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62" name="Google Shape;62;p17"/>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Title and Table">
    <p:spTree>
      <p:nvGrpSpPr>
        <p:cNvPr id="63" name="Shape 63"/>
        <p:cNvGrpSpPr/>
        <p:nvPr/>
      </p:nvGrpSpPr>
      <p:grpSpPr>
        <a:xfrm>
          <a:off x="0" y="0"/>
          <a:ext cx="0" cy="0"/>
          <a:chOff x="0" y="0"/>
          <a:chExt cx="0" cy="0"/>
        </a:xfrm>
      </p:grpSpPr>
      <p:sp>
        <p:nvSpPr>
          <p:cNvPr id="64" name="Google Shape;64;p18"/>
          <p:cNvSpPr/>
          <p:nvPr/>
        </p:nvSpPr>
        <p:spPr>
          <a:xfrm>
            <a:off x="9866106" y="0"/>
            <a:ext cx="2325894" cy="2180854"/>
          </a:xfrm>
          <a:custGeom>
            <a:rect b="b" l="l" r="r" t="t"/>
            <a:pathLst>
              <a:path extrusionOk="0" h="2180854" w="232589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65" name="Google Shape;65;p18"/>
          <p:cNvSpPr txBox="1"/>
          <p:nvPr>
            <p:ph type="title"/>
          </p:nvPr>
        </p:nvSpPr>
        <p:spPr>
          <a:xfrm>
            <a:off x="758952" y="1216152"/>
            <a:ext cx="10671000" cy="768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8"/>
          <p:cNvSpPr txBox="1"/>
          <p:nvPr>
            <p:ph idx="1" type="body"/>
          </p:nvPr>
        </p:nvSpPr>
        <p:spPr>
          <a:xfrm>
            <a:off x="755904" y="2825496"/>
            <a:ext cx="10680300" cy="28347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accent6"/>
              </a:buClr>
              <a:buSzPts val="1800"/>
              <a:buChar char="•"/>
              <a:defRPr sz="1800"/>
            </a:lvl1pPr>
            <a:lvl2pPr indent="-330200" lvl="1" marL="914400" algn="l">
              <a:lnSpc>
                <a:spcPct val="100000"/>
              </a:lnSpc>
              <a:spcBef>
                <a:spcPts val="360"/>
              </a:spcBef>
              <a:spcAft>
                <a:spcPts val="0"/>
              </a:spcAft>
              <a:buClr>
                <a:schemeClr val="accent6"/>
              </a:buClr>
              <a:buSzPts val="1600"/>
              <a:buChar char="•"/>
              <a:defRPr sz="1600"/>
            </a:lvl2pPr>
            <a:lvl3pPr indent="-317500" lvl="2" marL="1371600" algn="l">
              <a:lnSpc>
                <a:spcPct val="100000"/>
              </a:lnSpc>
              <a:spcBef>
                <a:spcPts val="360"/>
              </a:spcBef>
              <a:spcAft>
                <a:spcPts val="0"/>
              </a:spcAft>
              <a:buClr>
                <a:schemeClr val="accent6"/>
              </a:buClr>
              <a:buSzPts val="1400"/>
              <a:buChar char="•"/>
              <a:defRPr sz="14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8"/>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8"/>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69" name="Google Shape;69;p18"/>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70" name="Google Shape;70;p18"/>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71" name="Shape 71"/>
        <p:cNvGrpSpPr/>
        <p:nvPr/>
      </p:nvGrpSpPr>
      <p:grpSpPr>
        <a:xfrm>
          <a:off x="0" y="0"/>
          <a:ext cx="0" cy="0"/>
          <a:chOff x="0" y="0"/>
          <a:chExt cx="0" cy="0"/>
        </a:xfrm>
      </p:grpSpPr>
      <p:sp>
        <p:nvSpPr>
          <p:cNvPr id="72" name="Google Shape;72;p19"/>
          <p:cNvSpPr txBox="1"/>
          <p:nvPr>
            <p:ph type="title"/>
          </p:nvPr>
        </p:nvSpPr>
        <p:spPr>
          <a:xfrm>
            <a:off x="4389120" y="2395728"/>
            <a:ext cx="7013400" cy="1627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accent6"/>
              </a:buClr>
              <a:buSzPts val="3300"/>
              <a:buFont typeface="Arial"/>
              <a:buNone/>
              <a:defRPr b="1" sz="33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 type="body"/>
          </p:nvPr>
        </p:nvSpPr>
        <p:spPr>
          <a:xfrm>
            <a:off x="3611880" y="1984248"/>
            <a:ext cx="768000" cy="1627500"/>
          </a:xfrm>
          <a:prstGeom prst="rect">
            <a:avLst/>
          </a:prstGeom>
          <a:noFill/>
          <a:ln>
            <a:noFill/>
          </a:ln>
        </p:spPr>
        <p:txBody>
          <a:bodyPr anchorCtr="0" anchor="t" bIns="54850" lIns="91425" spcFirstLastPara="1" rIns="91425" wrap="square" tIns="45700">
            <a:noAutofit/>
          </a:bodyPr>
          <a:lstStyle>
            <a:lvl1pPr indent="-228600" lvl="0" marL="457200" algn="l">
              <a:lnSpc>
                <a:spcPct val="100000"/>
              </a:lnSpc>
              <a:spcBef>
                <a:spcPts val="360"/>
              </a:spcBef>
              <a:spcAft>
                <a:spcPts val="0"/>
              </a:spcAft>
              <a:buClr>
                <a:schemeClr val="accent6"/>
              </a:buClr>
              <a:buSzPts val="10000"/>
              <a:buNone/>
              <a:defRPr b="1" sz="100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9"/>
          <p:cNvSpPr txBox="1"/>
          <p:nvPr>
            <p:ph idx="2" type="body"/>
          </p:nvPr>
        </p:nvSpPr>
        <p:spPr>
          <a:xfrm>
            <a:off x="4389120" y="4308475"/>
            <a:ext cx="3932100" cy="588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360"/>
              </a:spcBef>
              <a:spcAft>
                <a:spcPts val="0"/>
              </a:spcAft>
              <a:buClr>
                <a:schemeClr val="accent6"/>
              </a:buClr>
              <a:buSzPts val="2400"/>
              <a:buNone/>
              <a:defRPr sz="2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9"/>
          <p:cNvSpPr txBox="1"/>
          <p:nvPr>
            <p:ph idx="3" type="body"/>
          </p:nvPr>
        </p:nvSpPr>
        <p:spPr>
          <a:xfrm>
            <a:off x="9500616" y="3209544"/>
            <a:ext cx="768000" cy="1627500"/>
          </a:xfrm>
          <a:prstGeom prst="rect">
            <a:avLst/>
          </a:prstGeom>
          <a:noFill/>
          <a:ln>
            <a:noFill/>
          </a:ln>
        </p:spPr>
        <p:txBody>
          <a:bodyPr anchorCtr="0" anchor="t" bIns="54850" lIns="91425" spcFirstLastPara="1" rIns="91425" wrap="square" tIns="45700">
            <a:noAutofit/>
          </a:bodyPr>
          <a:lstStyle>
            <a:lvl1pPr indent="-228600" lvl="0" marL="457200" algn="l">
              <a:lnSpc>
                <a:spcPct val="100000"/>
              </a:lnSpc>
              <a:spcBef>
                <a:spcPts val="360"/>
              </a:spcBef>
              <a:spcAft>
                <a:spcPts val="0"/>
              </a:spcAft>
              <a:buClr>
                <a:schemeClr val="accent6"/>
              </a:buClr>
              <a:buSzPts val="10000"/>
              <a:buNone/>
              <a:defRPr b="1" sz="100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descr="preencoded.png" id="76" name="Google Shape;76;p19"/>
          <p:cNvSpPr/>
          <p:nvPr/>
        </p:nvSpPr>
        <p:spPr>
          <a:xfrm>
            <a:off x="-7117" y="0"/>
            <a:ext cx="2550985" cy="6858000"/>
          </a:xfrm>
          <a:custGeom>
            <a:rect b="b" l="l" r="r" t="t"/>
            <a:pathLst>
              <a:path extrusionOk="0" h="6858000" w="2550985">
                <a:moveTo>
                  <a:pt x="2550985" y="0"/>
                </a:moveTo>
                <a:lnTo>
                  <a:pt x="0" y="0"/>
                </a:lnTo>
                <a:lnTo>
                  <a:pt x="0" y="6858000"/>
                </a:lnTo>
                <a:lnTo>
                  <a:pt x="2550985" y="6858000"/>
                </a:lnTo>
                <a:lnTo>
                  <a:pt x="2550985"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77" name="Google Shape;77;p19"/>
          <p:cNvSpPr/>
          <p:nvPr/>
        </p:nvSpPr>
        <p:spPr>
          <a:xfrm>
            <a:off x="-9415" y="0"/>
            <a:ext cx="2548591" cy="2555628"/>
          </a:xfrm>
          <a:custGeom>
            <a:rect b="b" l="l" r="r" t="t"/>
            <a:pathLst>
              <a:path extrusionOk="0" h="2555628" w="2548591">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78" name="Google Shape;78;p19"/>
          <p:cNvSpPr/>
          <p:nvPr/>
        </p:nvSpPr>
        <p:spPr>
          <a:xfrm>
            <a:off x="2543868" y="0"/>
            <a:ext cx="2560340" cy="2560340"/>
          </a:xfrm>
          <a:custGeom>
            <a:rect b="b" l="l" r="r" t="t"/>
            <a:pathLst>
              <a:path extrusionOk="0" h="2560340" w="2560340">
                <a:moveTo>
                  <a:pt x="0" y="2560340"/>
                </a:moveTo>
                <a:cubicBezTo>
                  <a:pt x="1414079" y="2560340"/>
                  <a:pt x="2560340" y="1414079"/>
                  <a:pt x="2560340" y="0"/>
                </a:cubicBezTo>
                <a:lnTo>
                  <a:pt x="0" y="0"/>
                </a:lnTo>
                <a:lnTo>
                  <a:pt x="0" y="256034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79" name="Google Shape;79;p19"/>
          <p:cNvSpPr/>
          <p:nvPr/>
        </p:nvSpPr>
        <p:spPr>
          <a:xfrm flipH="1">
            <a:off x="2535250" y="4308466"/>
            <a:ext cx="2550985" cy="2560442"/>
          </a:xfrm>
          <a:custGeom>
            <a:rect b="b" l="l" r="r" t="t"/>
            <a:pathLst>
              <a:path extrusionOk="0" h="1083" w="1079">
                <a:moveTo>
                  <a:pt x="0" y="1083"/>
                </a:moveTo>
                <a:lnTo>
                  <a:pt x="1079" y="1083"/>
                </a:lnTo>
                <a:lnTo>
                  <a:pt x="1079" y="0"/>
                </a:lnTo>
                <a:lnTo>
                  <a:pt x="0" y="108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80" name="Google Shape;80;p19"/>
          <p:cNvSpPr/>
          <p:nvPr/>
        </p:nvSpPr>
        <p:spPr>
          <a:xfrm flipH="1">
            <a:off x="-10618" y="4308466"/>
            <a:ext cx="2550985" cy="2560442"/>
          </a:xfrm>
          <a:custGeom>
            <a:rect b="b" l="l" r="r" t="t"/>
            <a:pathLst>
              <a:path extrusionOk="0" h="1083" w="1079">
                <a:moveTo>
                  <a:pt x="0" y="1083"/>
                </a:moveTo>
                <a:lnTo>
                  <a:pt x="1079" y="1083"/>
                </a:lnTo>
                <a:lnTo>
                  <a:pt x="1079" y="0"/>
                </a:lnTo>
                <a:lnTo>
                  <a:pt x="0" y="108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81" name="Google Shape;81;p19"/>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82" name="Google Shape;82;p19"/>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83" name="Google Shape;83;p19"/>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4">
  <p:cSld name="Team x4">
    <p:spTree>
      <p:nvGrpSpPr>
        <p:cNvPr id="84" name="Shape 84"/>
        <p:cNvGrpSpPr/>
        <p:nvPr/>
      </p:nvGrpSpPr>
      <p:grpSpPr>
        <a:xfrm>
          <a:off x="0" y="0"/>
          <a:ext cx="0" cy="0"/>
          <a:chOff x="0" y="0"/>
          <a:chExt cx="0" cy="0"/>
        </a:xfrm>
      </p:grpSpPr>
      <p:sp>
        <p:nvSpPr>
          <p:cNvPr id="85" name="Google Shape;85;p20"/>
          <p:cNvSpPr/>
          <p:nvPr/>
        </p:nvSpPr>
        <p:spPr>
          <a:xfrm>
            <a:off x="-24064" y="3390900"/>
            <a:ext cx="12216000" cy="34671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50"/>
              <a:buFont typeface="Arial"/>
              <a:buNone/>
            </a:pPr>
            <a:r>
              <a:t/>
            </a:r>
            <a:endParaRPr b="0" i="0" sz="450" u="none" cap="none" strike="noStrike">
              <a:solidFill>
                <a:schemeClr val="lt1"/>
              </a:solidFill>
              <a:latin typeface="EB Garamond"/>
              <a:ea typeface="EB Garamond"/>
              <a:cs typeface="EB Garamond"/>
              <a:sym typeface="EB Garamond"/>
            </a:endParaRPr>
          </a:p>
        </p:txBody>
      </p:sp>
      <p:sp>
        <p:nvSpPr>
          <p:cNvPr id="86" name="Google Shape;86;p20"/>
          <p:cNvSpPr txBox="1"/>
          <p:nvPr>
            <p:ph type="title"/>
          </p:nvPr>
        </p:nvSpPr>
        <p:spPr>
          <a:xfrm>
            <a:off x="758952" y="1216152"/>
            <a:ext cx="10671000" cy="768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0"/>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0"/>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89" name="Google Shape;89;p20"/>
          <p:cNvSpPr/>
          <p:nvPr>
            <p:ph idx="2" type="pic"/>
          </p:nvPr>
        </p:nvSpPr>
        <p:spPr>
          <a:xfrm>
            <a:off x="758905" y="2392023"/>
            <a:ext cx="2596800" cy="2596800"/>
          </a:xfrm>
          <a:prstGeom prst="rect">
            <a:avLst/>
          </a:prstGeom>
          <a:solidFill>
            <a:srgbClr val="E3E5BC"/>
          </a:solidFill>
          <a:ln>
            <a:noFill/>
          </a:ln>
        </p:spPr>
      </p:sp>
      <p:sp>
        <p:nvSpPr>
          <p:cNvPr id="90" name="Google Shape;90;p20"/>
          <p:cNvSpPr txBox="1"/>
          <p:nvPr>
            <p:ph idx="1" type="body"/>
          </p:nvPr>
        </p:nvSpPr>
        <p:spPr>
          <a:xfrm>
            <a:off x="758905" y="4989515"/>
            <a:ext cx="2598600" cy="1109700"/>
          </a:xfrm>
          <a:prstGeom prst="rect">
            <a:avLst/>
          </a:prstGeom>
          <a:solidFill>
            <a:schemeClr val="lt1"/>
          </a:solidFill>
          <a:ln>
            <a:noFill/>
          </a:ln>
        </p:spPr>
        <p:txBody>
          <a:bodyPr anchorCtr="0" anchor="t" bIns="45700" lIns="0" spcFirstLastPara="1" rIns="0" wrap="square" tIns="2743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20"/>
          <p:cNvSpPr txBox="1"/>
          <p:nvPr>
            <p:ph idx="3" type="body"/>
          </p:nvPr>
        </p:nvSpPr>
        <p:spPr>
          <a:xfrm>
            <a:off x="916885" y="5599755"/>
            <a:ext cx="2283600" cy="3651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400"/>
              <a:buNone/>
              <a:defRPr sz="1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20"/>
          <p:cNvSpPr/>
          <p:nvPr>
            <p:ph idx="4" type="pic"/>
          </p:nvPr>
        </p:nvSpPr>
        <p:spPr>
          <a:xfrm>
            <a:off x="3517361" y="2392619"/>
            <a:ext cx="2596800" cy="2596800"/>
          </a:xfrm>
          <a:prstGeom prst="rect">
            <a:avLst/>
          </a:prstGeom>
          <a:solidFill>
            <a:srgbClr val="E3E5BC"/>
          </a:solidFill>
          <a:ln>
            <a:noFill/>
          </a:ln>
        </p:spPr>
      </p:sp>
      <p:sp>
        <p:nvSpPr>
          <p:cNvPr id="93" name="Google Shape;93;p20"/>
          <p:cNvSpPr txBox="1"/>
          <p:nvPr>
            <p:ph idx="5" type="body"/>
          </p:nvPr>
        </p:nvSpPr>
        <p:spPr>
          <a:xfrm>
            <a:off x="3516747" y="4990111"/>
            <a:ext cx="2598600" cy="1109700"/>
          </a:xfrm>
          <a:prstGeom prst="rect">
            <a:avLst/>
          </a:prstGeom>
          <a:solidFill>
            <a:schemeClr val="lt1"/>
          </a:solidFill>
          <a:ln>
            <a:noFill/>
          </a:ln>
        </p:spPr>
        <p:txBody>
          <a:bodyPr anchorCtr="0" anchor="t" bIns="45700" lIns="0" spcFirstLastPara="1" rIns="0" wrap="square" tIns="2743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20"/>
          <p:cNvSpPr txBox="1"/>
          <p:nvPr>
            <p:ph idx="6" type="body"/>
          </p:nvPr>
        </p:nvSpPr>
        <p:spPr>
          <a:xfrm>
            <a:off x="3674073" y="5600351"/>
            <a:ext cx="2283600" cy="3651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400"/>
              <a:buNone/>
              <a:defRPr sz="1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20"/>
          <p:cNvSpPr/>
          <p:nvPr>
            <p:ph idx="7" type="pic"/>
          </p:nvPr>
        </p:nvSpPr>
        <p:spPr>
          <a:xfrm>
            <a:off x="6275817" y="2393215"/>
            <a:ext cx="2596800" cy="2596800"/>
          </a:xfrm>
          <a:prstGeom prst="rect">
            <a:avLst/>
          </a:prstGeom>
          <a:solidFill>
            <a:srgbClr val="E3E5BC"/>
          </a:solidFill>
          <a:ln>
            <a:noFill/>
          </a:ln>
        </p:spPr>
      </p:sp>
      <p:sp>
        <p:nvSpPr>
          <p:cNvPr id="96" name="Google Shape;96;p20"/>
          <p:cNvSpPr txBox="1"/>
          <p:nvPr>
            <p:ph idx="8" type="body"/>
          </p:nvPr>
        </p:nvSpPr>
        <p:spPr>
          <a:xfrm>
            <a:off x="6274589" y="4990707"/>
            <a:ext cx="2598600" cy="1109700"/>
          </a:xfrm>
          <a:prstGeom prst="rect">
            <a:avLst/>
          </a:prstGeom>
          <a:solidFill>
            <a:schemeClr val="lt1"/>
          </a:solidFill>
          <a:ln>
            <a:noFill/>
          </a:ln>
        </p:spPr>
        <p:txBody>
          <a:bodyPr anchorCtr="0" anchor="t" bIns="45700" lIns="0" spcFirstLastPara="1" rIns="0" wrap="square" tIns="2743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20"/>
          <p:cNvSpPr txBox="1"/>
          <p:nvPr>
            <p:ph idx="9" type="body"/>
          </p:nvPr>
        </p:nvSpPr>
        <p:spPr>
          <a:xfrm>
            <a:off x="6432529" y="5600947"/>
            <a:ext cx="2283600" cy="3651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400"/>
              <a:buNone/>
              <a:defRPr sz="1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20"/>
          <p:cNvSpPr/>
          <p:nvPr>
            <p:ph idx="13" type="pic"/>
          </p:nvPr>
        </p:nvSpPr>
        <p:spPr>
          <a:xfrm>
            <a:off x="9034272" y="2393215"/>
            <a:ext cx="2596800" cy="2596800"/>
          </a:xfrm>
          <a:prstGeom prst="rect">
            <a:avLst/>
          </a:prstGeom>
          <a:solidFill>
            <a:srgbClr val="E3E5BC"/>
          </a:solidFill>
          <a:ln>
            <a:noFill/>
          </a:ln>
        </p:spPr>
      </p:sp>
      <p:sp>
        <p:nvSpPr>
          <p:cNvPr id="99" name="Google Shape;99;p20"/>
          <p:cNvSpPr txBox="1"/>
          <p:nvPr>
            <p:ph idx="14" type="body"/>
          </p:nvPr>
        </p:nvSpPr>
        <p:spPr>
          <a:xfrm>
            <a:off x="9032431" y="4990707"/>
            <a:ext cx="2598600" cy="1109700"/>
          </a:xfrm>
          <a:prstGeom prst="rect">
            <a:avLst/>
          </a:prstGeom>
          <a:solidFill>
            <a:schemeClr val="lt1"/>
          </a:solidFill>
          <a:ln>
            <a:noFill/>
          </a:ln>
        </p:spPr>
        <p:txBody>
          <a:bodyPr anchorCtr="0" anchor="t" bIns="45700" lIns="0" spcFirstLastPara="1" rIns="0" wrap="square" tIns="2743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20"/>
          <p:cNvSpPr txBox="1"/>
          <p:nvPr>
            <p:ph idx="15" type="body"/>
          </p:nvPr>
        </p:nvSpPr>
        <p:spPr>
          <a:xfrm>
            <a:off x="9190984" y="5600947"/>
            <a:ext cx="2283600" cy="3651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400"/>
              <a:buNone/>
              <a:defRPr sz="14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101" name="Google Shape;101;p20"/>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102" name="Google Shape;102;p20"/>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x8">
  <p:cSld name="Team x8">
    <p:spTree>
      <p:nvGrpSpPr>
        <p:cNvPr id="103" name="Shape 103"/>
        <p:cNvGrpSpPr/>
        <p:nvPr/>
      </p:nvGrpSpPr>
      <p:grpSpPr>
        <a:xfrm>
          <a:off x="0" y="0"/>
          <a:ext cx="0" cy="0"/>
          <a:chOff x="0" y="0"/>
          <a:chExt cx="0" cy="0"/>
        </a:xfrm>
      </p:grpSpPr>
      <p:sp>
        <p:nvSpPr>
          <p:cNvPr id="104" name="Google Shape;104;p21"/>
          <p:cNvSpPr txBox="1"/>
          <p:nvPr>
            <p:ph type="title"/>
          </p:nvPr>
        </p:nvSpPr>
        <p:spPr>
          <a:xfrm>
            <a:off x="758952" y="539496"/>
            <a:ext cx="10671000" cy="768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1"/>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1"/>
          <p:cNvSpPr txBox="1"/>
          <p:nvPr>
            <p:ph idx="12" type="sldNum"/>
          </p:nvPr>
        </p:nvSpPr>
        <p:spPr>
          <a:xfrm>
            <a:off x="10972800"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07" name="Google Shape;107;p21"/>
          <p:cNvSpPr/>
          <p:nvPr>
            <p:ph idx="2" type="pic"/>
          </p:nvPr>
        </p:nvSpPr>
        <p:spPr>
          <a:xfrm>
            <a:off x="1271016" y="1545336"/>
            <a:ext cx="2030100" cy="1828800"/>
          </a:xfrm>
          <a:prstGeom prst="rect">
            <a:avLst/>
          </a:prstGeom>
          <a:solidFill>
            <a:srgbClr val="E3E5BC"/>
          </a:solidFill>
          <a:ln>
            <a:noFill/>
          </a:ln>
        </p:spPr>
      </p:sp>
      <p:sp>
        <p:nvSpPr>
          <p:cNvPr id="108" name="Google Shape;108;p21"/>
          <p:cNvSpPr txBox="1"/>
          <p:nvPr>
            <p:ph idx="1" type="body"/>
          </p:nvPr>
        </p:nvSpPr>
        <p:spPr>
          <a:xfrm>
            <a:off x="1271016" y="3191256"/>
            <a:ext cx="2030100" cy="694800"/>
          </a:xfrm>
          <a:prstGeom prst="rect">
            <a:avLst/>
          </a:prstGeom>
          <a:solidFill>
            <a:schemeClr val="accent4"/>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21"/>
          <p:cNvSpPr txBox="1"/>
          <p:nvPr>
            <p:ph idx="3" type="body"/>
          </p:nvPr>
        </p:nvSpPr>
        <p:spPr>
          <a:xfrm>
            <a:off x="1271016" y="3616960"/>
            <a:ext cx="2030100" cy="183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21"/>
          <p:cNvSpPr/>
          <p:nvPr>
            <p:ph idx="4" type="pic"/>
          </p:nvPr>
        </p:nvSpPr>
        <p:spPr>
          <a:xfrm>
            <a:off x="1271016" y="4144264"/>
            <a:ext cx="2030100" cy="1828800"/>
          </a:xfrm>
          <a:prstGeom prst="rect">
            <a:avLst/>
          </a:prstGeom>
          <a:solidFill>
            <a:srgbClr val="E3E5BC"/>
          </a:solidFill>
          <a:ln>
            <a:noFill/>
          </a:ln>
        </p:spPr>
      </p:sp>
      <p:sp>
        <p:nvSpPr>
          <p:cNvPr id="111" name="Google Shape;111;p21"/>
          <p:cNvSpPr txBox="1"/>
          <p:nvPr>
            <p:ph idx="5" type="body"/>
          </p:nvPr>
        </p:nvSpPr>
        <p:spPr>
          <a:xfrm>
            <a:off x="1271016" y="5790184"/>
            <a:ext cx="2030100" cy="694800"/>
          </a:xfrm>
          <a:prstGeom prst="rect">
            <a:avLst/>
          </a:prstGeom>
          <a:solidFill>
            <a:schemeClr val="accent1"/>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21"/>
          <p:cNvSpPr txBox="1"/>
          <p:nvPr>
            <p:ph idx="6" type="body"/>
          </p:nvPr>
        </p:nvSpPr>
        <p:spPr>
          <a:xfrm>
            <a:off x="1271016" y="6215888"/>
            <a:ext cx="2030100" cy="183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21"/>
          <p:cNvSpPr/>
          <p:nvPr>
            <p:ph idx="7" type="pic"/>
          </p:nvPr>
        </p:nvSpPr>
        <p:spPr>
          <a:xfrm>
            <a:off x="3828288" y="1545336"/>
            <a:ext cx="2030100" cy="1828800"/>
          </a:xfrm>
          <a:prstGeom prst="rect">
            <a:avLst/>
          </a:prstGeom>
          <a:solidFill>
            <a:srgbClr val="E3E5BC"/>
          </a:solidFill>
          <a:ln>
            <a:noFill/>
          </a:ln>
        </p:spPr>
      </p:sp>
      <p:sp>
        <p:nvSpPr>
          <p:cNvPr id="114" name="Google Shape;114;p21"/>
          <p:cNvSpPr txBox="1"/>
          <p:nvPr>
            <p:ph idx="8" type="body"/>
          </p:nvPr>
        </p:nvSpPr>
        <p:spPr>
          <a:xfrm>
            <a:off x="3828288" y="3191256"/>
            <a:ext cx="2030100" cy="694800"/>
          </a:xfrm>
          <a:prstGeom prst="rect">
            <a:avLst/>
          </a:prstGeom>
          <a:solidFill>
            <a:schemeClr val="accent1"/>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21"/>
          <p:cNvSpPr txBox="1"/>
          <p:nvPr>
            <p:ph idx="9" type="body"/>
          </p:nvPr>
        </p:nvSpPr>
        <p:spPr>
          <a:xfrm>
            <a:off x="3828288" y="3616960"/>
            <a:ext cx="2030100" cy="183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21"/>
          <p:cNvSpPr/>
          <p:nvPr>
            <p:ph idx="13" type="pic"/>
          </p:nvPr>
        </p:nvSpPr>
        <p:spPr>
          <a:xfrm>
            <a:off x="3828288" y="4144264"/>
            <a:ext cx="2030100" cy="1828800"/>
          </a:xfrm>
          <a:prstGeom prst="rect">
            <a:avLst/>
          </a:prstGeom>
          <a:solidFill>
            <a:srgbClr val="E3E5BC"/>
          </a:solidFill>
          <a:ln>
            <a:noFill/>
          </a:ln>
        </p:spPr>
      </p:sp>
      <p:sp>
        <p:nvSpPr>
          <p:cNvPr id="117" name="Google Shape;117;p21"/>
          <p:cNvSpPr txBox="1"/>
          <p:nvPr>
            <p:ph idx="14" type="body"/>
          </p:nvPr>
        </p:nvSpPr>
        <p:spPr>
          <a:xfrm>
            <a:off x="3828288" y="5790184"/>
            <a:ext cx="2030100" cy="694800"/>
          </a:xfrm>
          <a:prstGeom prst="rect">
            <a:avLst/>
          </a:prstGeom>
          <a:solidFill>
            <a:schemeClr val="accent4"/>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21"/>
          <p:cNvSpPr txBox="1"/>
          <p:nvPr>
            <p:ph idx="15" type="body"/>
          </p:nvPr>
        </p:nvSpPr>
        <p:spPr>
          <a:xfrm>
            <a:off x="3828288" y="6215888"/>
            <a:ext cx="2030100" cy="183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21"/>
          <p:cNvSpPr/>
          <p:nvPr>
            <p:ph idx="16" type="pic"/>
          </p:nvPr>
        </p:nvSpPr>
        <p:spPr>
          <a:xfrm>
            <a:off x="6385560" y="1545336"/>
            <a:ext cx="2030100" cy="1828800"/>
          </a:xfrm>
          <a:prstGeom prst="rect">
            <a:avLst/>
          </a:prstGeom>
          <a:solidFill>
            <a:srgbClr val="E3E5BC"/>
          </a:solidFill>
          <a:ln>
            <a:noFill/>
          </a:ln>
        </p:spPr>
      </p:sp>
      <p:sp>
        <p:nvSpPr>
          <p:cNvPr id="120" name="Google Shape;120;p21"/>
          <p:cNvSpPr txBox="1"/>
          <p:nvPr>
            <p:ph idx="17" type="body"/>
          </p:nvPr>
        </p:nvSpPr>
        <p:spPr>
          <a:xfrm>
            <a:off x="6385560" y="3191256"/>
            <a:ext cx="2030100" cy="694800"/>
          </a:xfrm>
          <a:prstGeom prst="rect">
            <a:avLst/>
          </a:prstGeom>
          <a:solidFill>
            <a:schemeClr val="accent4"/>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21"/>
          <p:cNvSpPr txBox="1"/>
          <p:nvPr>
            <p:ph idx="18" type="body"/>
          </p:nvPr>
        </p:nvSpPr>
        <p:spPr>
          <a:xfrm>
            <a:off x="6385560" y="3616960"/>
            <a:ext cx="2030100" cy="183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21"/>
          <p:cNvSpPr/>
          <p:nvPr>
            <p:ph idx="19" type="pic"/>
          </p:nvPr>
        </p:nvSpPr>
        <p:spPr>
          <a:xfrm>
            <a:off x="6385560" y="4144264"/>
            <a:ext cx="2030100" cy="1828800"/>
          </a:xfrm>
          <a:prstGeom prst="rect">
            <a:avLst/>
          </a:prstGeom>
          <a:solidFill>
            <a:srgbClr val="E3E5BC"/>
          </a:solidFill>
          <a:ln>
            <a:noFill/>
          </a:ln>
        </p:spPr>
      </p:sp>
      <p:sp>
        <p:nvSpPr>
          <p:cNvPr id="123" name="Google Shape;123;p21"/>
          <p:cNvSpPr txBox="1"/>
          <p:nvPr>
            <p:ph idx="20" type="body"/>
          </p:nvPr>
        </p:nvSpPr>
        <p:spPr>
          <a:xfrm>
            <a:off x="6385560" y="5790184"/>
            <a:ext cx="2030100" cy="694800"/>
          </a:xfrm>
          <a:prstGeom prst="rect">
            <a:avLst/>
          </a:prstGeom>
          <a:solidFill>
            <a:schemeClr val="accent1"/>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21"/>
          <p:cNvSpPr txBox="1"/>
          <p:nvPr>
            <p:ph idx="21" type="body"/>
          </p:nvPr>
        </p:nvSpPr>
        <p:spPr>
          <a:xfrm>
            <a:off x="6385560" y="6215888"/>
            <a:ext cx="2030100" cy="183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21"/>
          <p:cNvSpPr/>
          <p:nvPr>
            <p:ph idx="22" type="pic"/>
          </p:nvPr>
        </p:nvSpPr>
        <p:spPr>
          <a:xfrm>
            <a:off x="8942832" y="1545336"/>
            <a:ext cx="2030100" cy="1828800"/>
          </a:xfrm>
          <a:prstGeom prst="rect">
            <a:avLst/>
          </a:prstGeom>
          <a:solidFill>
            <a:srgbClr val="E3E5BC"/>
          </a:solidFill>
          <a:ln>
            <a:noFill/>
          </a:ln>
        </p:spPr>
      </p:sp>
      <p:sp>
        <p:nvSpPr>
          <p:cNvPr id="126" name="Google Shape;126;p21"/>
          <p:cNvSpPr txBox="1"/>
          <p:nvPr>
            <p:ph idx="23" type="body"/>
          </p:nvPr>
        </p:nvSpPr>
        <p:spPr>
          <a:xfrm>
            <a:off x="8942832" y="3191256"/>
            <a:ext cx="2030100" cy="694800"/>
          </a:xfrm>
          <a:prstGeom prst="rect">
            <a:avLst/>
          </a:prstGeom>
          <a:solidFill>
            <a:schemeClr val="accent1"/>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21"/>
          <p:cNvSpPr txBox="1"/>
          <p:nvPr>
            <p:ph idx="24" type="body"/>
          </p:nvPr>
        </p:nvSpPr>
        <p:spPr>
          <a:xfrm>
            <a:off x="8942832" y="3616960"/>
            <a:ext cx="2030100" cy="183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21"/>
          <p:cNvSpPr/>
          <p:nvPr>
            <p:ph idx="25" type="pic"/>
          </p:nvPr>
        </p:nvSpPr>
        <p:spPr>
          <a:xfrm>
            <a:off x="8942832" y="4144264"/>
            <a:ext cx="2030100" cy="1828800"/>
          </a:xfrm>
          <a:prstGeom prst="rect">
            <a:avLst/>
          </a:prstGeom>
          <a:solidFill>
            <a:srgbClr val="E3E5BC"/>
          </a:solidFill>
          <a:ln>
            <a:noFill/>
          </a:ln>
        </p:spPr>
      </p:sp>
      <p:sp>
        <p:nvSpPr>
          <p:cNvPr id="129" name="Google Shape;129;p21"/>
          <p:cNvSpPr txBox="1"/>
          <p:nvPr>
            <p:ph idx="26" type="body"/>
          </p:nvPr>
        </p:nvSpPr>
        <p:spPr>
          <a:xfrm>
            <a:off x="8942832" y="5790184"/>
            <a:ext cx="2030100" cy="694800"/>
          </a:xfrm>
          <a:prstGeom prst="rect">
            <a:avLst/>
          </a:prstGeom>
          <a:solidFill>
            <a:schemeClr val="accent4"/>
          </a:solidFill>
          <a:ln>
            <a:noFill/>
          </a:ln>
        </p:spPr>
        <p:txBody>
          <a:bodyPr anchorCtr="0" anchor="t" bIns="45700" lIns="0" spcFirstLastPara="1" rIns="0" wrap="square" tIns="155425">
            <a:noAutofit/>
          </a:bodyPr>
          <a:lstStyle>
            <a:lvl1pPr indent="-228600" lvl="0" marL="457200" algn="ctr">
              <a:lnSpc>
                <a:spcPct val="100000"/>
              </a:lnSpc>
              <a:spcBef>
                <a:spcPts val="0"/>
              </a:spcBef>
              <a:spcAft>
                <a:spcPts val="0"/>
              </a:spcAft>
              <a:buClr>
                <a:schemeClr val="accent6"/>
              </a:buClr>
              <a:buSzPts val="1400"/>
              <a:buNone/>
              <a:defRPr b="1" sz="1400" cap="none">
                <a:solidFill>
                  <a:schemeClr val="accent6"/>
                </a:solidFill>
                <a:latin typeface="Arial"/>
                <a:ea typeface="Arial"/>
                <a:cs typeface="Arial"/>
                <a:sym typeface="Arial"/>
              </a:defRPr>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21"/>
          <p:cNvSpPr txBox="1"/>
          <p:nvPr>
            <p:ph idx="27" type="body"/>
          </p:nvPr>
        </p:nvSpPr>
        <p:spPr>
          <a:xfrm>
            <a:off x="8942832" y="6215888"/>
            <a:ext cx="2030100" cy="18300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360"/>
              </a:spcBef>
              <a:spcAft>
                <a:spcPts val="0"/>
              </a:spcAft>
              <a:buClr>
                <a:schemeClr val="accent6"/>
              </a:buClr>
              <a:buSzPts val="1200"/>
              <a:buNone/>
              <a:defRPr sz="12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131" name="Google Shape;131;p21"/>
          <p:cNvPicPr preferRelativeResize="0"/>
          <p:nvPr/>
        </p:nvPicPr>
        <p:blipFill rotWithShape="1">
          <a:blip r:embed="rId2">
            <a:alphaModFix/>
          </a:blip>
          <a:srcRect b="0" l="0" r="0" t="0"/>
          <a:stretch/>
        </p:blipFill>
        <p:spPr>
          <a:xfrm>
            <a:off x="7642518" y="0"/>
            <a:ext cx="4324985" cy="1015984"/>
          </a:xfrm>
          <a:prstGeom prst="rect">
            <a:avLst/>
          </a:prstGeom>
          <a:noFill/>
          <a:ln>
            <a:noFill/>
          </a:ln>
        </p:spPr>
      </p:pic>
      <p:sp>
        <p:nvSpPr>
          <p:cNvPr id="132" name="Google Shape;132;p21"/>
          <p:cNvSpPr/>
          <p:nvPr/>
        </p:nvSpPr>
        <p:spPr>
          <a:xfrm>
            <a:off x="-124470" y="6405479"/>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lumn">
  <p:cSld name="5 Column">
    <p:spTree>
      <p:nvGrpSpPr>
        <p:cNvPr id="133" name="Shape 133"/>
        <p:cNvGrpSpPr/>
        <p:nvPr/>
      </p:nvGrpSpPr>
      <p:grpSpPr>
        <a:xfrm>
          <a:off x="0" y="0"/>
          <a:ext cx="0" cy="0"/>
          <a:chOff x="0" y="0"/>
          <a:chExt cx="0" cy="0"/>
        </a:xfrm>
      </p:grpSpPr>
      <p:sp>
        <p:nvSpPr>
          <p:cNvPr id="134" name="Google Shape;134;p22"/>
          <p:cNvSpPr/>
          <p:nvPr/>
        </p:nvSpPr>
        <p:spPr>
          <a:xfrm>
            <a:off x="685338" y="3796480"/>
            <a:ext cx="2011800" cy="151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5" name="Google Shape;135;p22"/>
          <p:cNvSpPr/>
          <p:nvPr/>
        </p:nvSpPr>
        <p:spPr>
          <a:xfrm>
            <a:off x="2900911" y="3796480"/>
            <a:ext cx="2011800" cy="1518000"/>
          </a:xfrm>
          <a:prstGeom prst="rect">
            <a:avLst/>
          </a:prstGeom>
          <a:solidFill>
            <a:srgbClr val="DCE6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6" name="Google Shape;136;p22"/>
          <p:cNvSpPr/>
          <p:nvPr/>
        </p:nvSpPr>
        <p:spPr>
          <a:xfrm>
            <a:off x="5116484" y="3796480"/>
            <a:ext cx="2011800" cy="151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7" name="Google Shape;137;p22"/>
          <p:cNvSpPr/>
          <p:nvPr/>
        </p:nvSpPr>
        <p:spPr>
          <a:xfrm>
            <a:off x="9547629" y="3796480"/>
            <a:ext cx="2011800" cy="151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8" name="Google Shape;138;p22"/>
          <p:cNvSpPr/>
          <p:nvPr/>
        </p:nvSpPr>
        <p:spPr>
          <a:xfrm>
            <a:off x="7332057" y="3796480"/>
            <a:ext cx="2011800" cy="1518000"/>
          </a:xfrm>
          <a:prstGeom prst="rect">
            <a:avLst/>
          </a:prstGeom>
          <a:solidFill>
            <a:srgbClr val="DCE6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EB Garamond"/>
              <a:ea typeface="EB Garamond"/>
              <a:cs typeface="EB Garamond"/>
              <a:sym typeface="EB Garamond"/>
            </a:endParaRPr>
          </a:p>
        </p:txBody>
      </p:sp>
      <p:sp>
        <p:nvSpPr>
          <p:cNvPr id="139" name="Google Shape;139;p22"/>
          <p:cNvSpPr txBox="1"/>
          <p:nvPr>
            <p:ph type="title"/>
          </p:nvPr>
        </p:nvSpPr>
        <p:spPr>
          <a:xfrm>
            <a:off x="758952" y="841248"/>
            <a:ext cx="10671000" cy="768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2"/>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2"/>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42" name="Google Shape;142;p22"/>
          <p:cNvSpPr txBox="1"/>
          <p:nvPr>
            <p:ph idx="1" type="body"/>
          </p:nvPr>
        </p:nvSpPr>
        <p:spPr>
          <a:xfrm>
            <a:off x="685338" y="2491684"/>
            <a:ext cx="2011800" cy="2825100"/>
          </a:xfrm>
          <a:prstGeom prst="rect">
            <a:avLst/>
          </a:prstGeom>
          <a:noFill/>
          <a:ln cap="flat" cmpd="sng" w="12700">
            <a:solidFill>
              <a:schemeClr val="accent1"/>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3" name="Google Shape;143;p22"/>
          <p:cNvSpPr/>
          <p:nvPr>
            <p:ph idx="2" type="pic"/>
          </p:nvPr>
        </p:nvSpPr>
        <p:spPr>
          <a:xfrm>
            <a:off x="1339134" y="2111058"/>
            <a:ext cx="704100" cy="704100"/>
          </a:xfrm>
          <a:prstGeom prst="ellipse">
            <a:avLst/>
          </a:prstGeom>
          <a:solidFill>
            <a:schemeClr val="accent1"/>
          </a:solidFill>
          <a:ln>
            <a:noFill/>
          </a:ln>
        </p:spPr>
      </p:sp>
      <p:sp>
        <p:nvSpPr>
          <p:cNvPr id="144" name="Google Shape;144;p22"/>
          <p:cNvSpPr txBox="1"/>
          <p:nvPr>
            <p:ph idx="3" type="body"/>
          </p:nvPr>
        </p:nvSpPr>
        <p:spPr>
          <a:xfrm>
            <a:off x="731058" y="3888404"/>
            <a:ext cx="192030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22"/>
          <p:cNvSpPr txBox="1"/>
          <p:nvPr>
            <p:ph idx="4" type="body"/>
          </p:nvPr>
        </p:nvSpPr>
        <p:spPr>
          <a:xfrm>
            <a:off x="2900910" y="2491684"/>
            <a:ext cx="2011800" cy="2825100"/>
          </a:xfrm>
          <a:prstGeom prst="rect">
            <a:avLst/>
          </a:prstGeom>
          <a:noFill/>
          <a:ln cap="flat" cmpd="sng" w="12700">
            <a:solidFill>
              <a:schemeClr val="accent3"/>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6" name="Google Shape;146;p22"/>
          <p:cNvSpPr/>
          <p:nvPr>
            <p:ph idx="5" type="pic"/>
          </p:nvPr>
        </p:nvSpPr>
        <p:spPr>
          <a:xfrm>
            <a:off x="3554707" y="2111058"/>
            <a:ext cx="704100" cy="704100"/>
          </a:xfrm>
          <a:prstGeom prst="ellipse">
            <a:avLst/>
          </a:prstGeom>
          <a:solidFill>
            <a:schemeClr val="accent3"/>
          </a:solidFill>
          <a:ln>
            <a:noFill/>
          </a:ln>
        </p:spPr>
      </p:sp>
      <p:sp>
        <p:nvSpPr>
          <p:cNvPr id="147" name="Google Shape;147;p22"/>
          <p:cNvSpPr txBox="1"/>
          <p:nvPr>
            <p:ph idx="6" type="body"/>
          </p:nvPr>
        </p:nvSpPr>
        <p:spPr>
          <a:xfrm>
            <a:off x="2946630" y="3888404"/>
            <a:ext cx="192030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22"/>
          <p:cNvSpPr txBox="1"/>
          <p:nvPr>
            <p:ph idx="7" type="body"/>
          </p:nvPr>
        </p:nvSpPr>
        <p:spPr>
          <a:xfrm>
            <a:off x="5116484" y="2491684"/>
            <a:ext cx="2011800" cy="2825100"/>
          </a:xfrm>
          <a:prstGeom prst="rect">
            <a:avLst/>
          </a:prstGeom>
          <a:noFill/>
          <a:ln cap="flat" cmpd="sng" w="12700">
            <a:solidFill>
              <a:schemeClr val="accent1"/>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9" name="Google Shape;149;p22"/>
          <p:cNvSpPr/>
          <p:nvPr>
            <p:ph idx="8" type="pic"/>
          </p:nvPr>
        </p:nvSpPr>
        <p:spPr>
          <a:xfrm>
            <a:off x="5770280" y="2111058"/>
            <a:ext cx="704100" cy="704100"/>
          </a:xfrm>
          <a:prstGeom prst="ellipse">
            <a:avLst/>
          </a:prstGeom>
          <a:solidFill>
            <a:schemeClr val="accent1"/>
          </a:solidFill>
          <a:ln>
            <a:noFill/>
          </a:ln>
        </p:spPr>
      </p:sp>
      <p:sp>
        <p:nvSpPr>
          <p:cNvPr id="150" name="Google Shape;150;p22"/>
          <p:cNvSpPr txBox="1"/>
          <p:nvPr>
            <p:ph idx="9" type="body"/>
          </p:nvPr>
        </p:nvSpPr>
        <p:spPr>
          <a:xfrm>
            <a:off x="5162204" y="3888404"/>
            <a:ext cx="192030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22"/>
          <p:cNvSpPr txBox="1"/>
          <p:nvPr>
            <p:ph idx="13" type="body"/>
          </p:nvPr>
        </p:nvSpPr>
        <p:spPr>
          <a:xfrm>
            <a:off x="7332057" y="2491684"/>
            <a:ext cx="2011800" cy="2825100"/>
          </a:xfrm>
          <a:prstGeom prst="rect">
            <a:avLst/>
          </a:prstGeom>
          <a:noFill/>
          <a:ln cap="flat" cmpd="sng" w="12700">
            <a:solidFill>
              <a:schemeClr val="accent3"/>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2" name="Google Shape;152;p22"/>
          <p:cNvSpPr/>
          <p:nvPr>
            <p:ph idx="14" type="pic"/>
          </p:nvPr>
        </p:nvSpPr>
        <p:spPr>
          <a:xfrm>
            <a:off x="7985853" y="2111058"/>
            <a:ext cx="704100" cy="704100"/>
          </a:xfrm>
          <a:prstGeom prst="ellipse">
            <a:avLst/>
          </a:prstGeom>
          <a:solidFill>
            <a:schemeClr val="accent3"/>
          </a:solidFill>
          <a:ln>
            <a:noFill/>
          </a:ln>
        </p:spPr>
      </p:sp>
      <p:sp>
        <p:nvSpPr>
          <p:cNvPr id="153" name="Google Shape;153;p22"/>
          <p:cNvSpPr txBox="1"/>
          <p:nvPr>
            <p:ph idx="15" type="body"/>
          </p:nvPr>
        </p:nvSpPr>
        <p:spPr>
          <a:xfrm>
            <a:off x="7377777" y="3888404"/>
            <a:ext cx="192030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22"/>
          <p:cNvSpPr txBox="1"/>
          <p:nvPr>
            <p:ph idx="16" type="body"/>
          </p:nvPr>
        </p:nvSpPr>
        <p:spPr>
          <a:xfrm>
            <a:off x="9547629" y="2491684"/>
            <a:ext cx="2011800" cy="2825100"/>
          </a:xfrm>
          <a:prstGeom prst="rect">
            <a:avLst/>
          </a:prstGeom>
          <a:noFill/>
          <a:ln cap="flat" cmpd="sng" w="12700">
            <a:solidFill>
              <a:schemeClr val="accent1"/>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5" name="Google Shape;155;p22"/>
          <p:cNvSpPr/>
          <p:nvPr>
            <p:ph idx="17" type="pic"/>
          </p:nvPr>
        </p:nvSpPr>
        <p:spPr>
          <a:xfrm>
            <a:off x="10201425" y="2111058"/>
            <a:ext cx="704100" cy="704100"/>
          </a:xfrm>
          <a:prstGeom prst="ellipse">
            <a:avLst/>
          </a:prstGeom>
          <a:solidFill>
            <a:schemeClr val="accent1"/>
          </a:solidFill>
          <a:ln>
            <a:noFill/>
          </a:ln>
        </p:spPr>
      </p:sp>
      <p:sp>
        <p:nvSpPr>
          <p:cNvPr id="156" name="Google Shape;156;p22"/>
          <p:cNvSpPr txBox="1"/>
          <p:nvPr>
            <p:ph idx="18" type="body"/>
          </p:nvPr>
        </p:nvSpPr>
        <p:spPr>
          <a:xfrm>
            <a:off x="9593349" y="3888404"/>
            <a:ext cx="1920300" cy="13716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157" name="Google Shape;157;p22"/>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158" name="Google Shape;158;p22"/>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59" name="Shape 159"/>
        <p:cNvGrpSpPr/>
        <p:nvPr/>
      </p:nvGrpSpPr>
      <p:grpSpPr>
        <a:xfrm>
          <a:off x="0" y="0"/>
          <a:ext cx="0" cy="0"/>
          <a:chOff x="0" y="0"/>
          <a:chExt cx="0" cy="0"/>
        </a:xfrm>
      </p:grpSpPr>
      <p:sp>
        <p:nvSpPr>
          <p:cNvPr id="160" name="Google Shape;160;p23"/>
          <p:cNvSpPr/>
          <p:nvPr/>
        </p:nvSpPr>
        <p:spPr>
          <a:xfrm>
            <a:off x="0" y="0"/>
            <a:ext cx="2838450" cy="2857958"/>
          </a:xfrm>
          <a:custGeom>
            <a:rect b="b" l="l" r="r" t="t"/>
            <a:pathLst>
              <a:path extrusionOk="0" h="2857958" w="2838450">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1" name="Google Shape;161;p23"/>
          <p:cNvSpPr/>
          <p:nvPr/>
        </p:nvSpPr>
        <p:spPr>
          <a:xfrm>
            <a:off x="1" y="-1"/>
            <a:ext cx="1970627" cy="1990267"/>
          </a:xfrm>
          <a:custGeom>
            <a:rect b="b" l="l" r="r" t="t"/>
            <a:pathLst>
              <a:path extrusionOk="0" h="1990267" w="197062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2" name="Google Shape;162;p23"/>
          <p:cNvSpPr/>
          <p:nvPr/>
        </p:nvSpPr>
        <p:spPr>
          <a:xfrm>
            <a:off x="1" y="1"/>
            <a:ext cx="1003449" cy="1013015"/>
          </a:xfrm>
          <a:custGeom>
            <a:rect b="b" l="l" r="r" t="t"/>
            <a:pathLst>
              <a:path extrusionOk="0" h="1013015" w="1003449">
                <a:moveTo>
                  <a:pt x="0" y="0"/>
                </a:moveTo>
                <a:lnTo>
                  <a:pt x="1003449" y="0"/>
                </a:lnTo>
                <a:lnTo>
                  <a:pt x="998306" y="100639"/>
                </a:lnTo>
                <a:cubicBezTo>
                  <a:pt x="949402" y="576784"/>
                  <a:pt x="566756" y="959471"/>
                  <a:pt x="90663" y="1008380"/>
                </a:cubicBezTo>
                <a:lnTo>
                  <a:pt x="0" y="101301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3" name="Google Shape;163;p23"/>
          <p:cNvSpPr txBox="1"/>
          <p:nvPr>
            <p:ph type="title"/>
          </p:nvPr>
        </p:nvSpPr>
        <p:spPr>
          <a:xfrm>
            <a:off x="758952" y="1216152"/>
            <a:ext cx="10671000" cy="768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solidFill>
                  <a:schemeClr val="accent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23"/>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descr="preencoded.png" id="165" name="Google Shape;165;p23"/>
          <p:cNvSpPr/>
          <p:nvPr/>
        </p:nvSpPr>
        <p:spPr>
          <a:xfrm>
            <a:off x="1458332" y="590133"/>
            <a:ext cx="775021" cy="775021"/>
          </a:xfrm>
          <a:custGeom>
            <a:rect b="b" l="l" r="r" t="t"/>
            <a:pathLst>
              <a:path extrusionOk="0" h="775021" w="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166" name="Google Shape;166;p23"/>
          <p:cNvSpPr txBox="1"/>
          <p:nvPr>
            <p:ph idx="1" type="body"/>
          </p:nvPr>
        </p:nvSpPr>
        <p:spPr>
          <a:xfrm>
            <a:off x="685338" y="3017520"/>
            <a:ext cx="1993500" cy="557700"/>
          </a:xfrm>
          <a:prstGeom prst="rect">
            <a:avLst/>
          </a:prstGeom>
          <a:solidFill>
            <a:schemeClr val="accent3"/>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7" name="Google Shape;167;p23"/>
          <p:cNvSpPr txBox="1"/>
          <p:nvPr>
            <p:ph idx="2" type="body"/>
          </p:nvPr>
        </p:nvSpPr>
        <p:spPr>
          <a:xfrm>
            <a:off x="2900911" y="3017520"/>
            <a:ext cx="1993500" cy="5577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8" name="Google Shape;168;p23"/>
          <p:cNvSpPr txBox="1"/>
          <p:nvPr>
            <p:ph idx="3" type="body"/>
          </p:nvPr>
        </p:nvSpPr>
        <p:spPr>
          <a:xfrm>
            <a:off x="5116484" y="3017520"/>
            <a:ext cx="1993500" cy="557700"/>
          </a:xfrm>
          <a:prstGeom prst="rect">
            <a:avLst/>
          </a:prstGeom>
          <a:solidFill>
            <a:schemeClr val="accent3"/>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9" name="Google Shape;169;p23"/>
          <p:cNvSpPr txBox="1"/>
          <p:nvPr>
            <p:ph idx="4" type="body"/>
          </p:nvPr>
        </p:nvSpPr>
        <p:spPr>
          <a:xfrm>
            <a:off x="7332057" y="3017520"/>
            <a:ext cx="1993500" cy="557700"/>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0" name="Google Shape;170;p23"/>
          <p:cNvSpPr txBox="1"/>
          <p:nvPr>
            <p:ph idx="5" type="body"/>
          </p:nvPr>
        </p:nvSpPr>
        <p:spPr>
          <a:xfrm>
            <a:off x="9547629" y="3017520"/>
            <a:ext cx="1993500" cy="557700"/>
          </a:xfrm>
          <a:prstGeom prst="rect">
            <a:avLst/>
          </a:prstGeom>
          <a:solidFill>
            <a:schemeClr val="accent3"/>
          </a:solid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1" name="Google Shape;171;p23"/>
          <p:cNvSpPr txBox="1"/>
          <p:nvPr>
            <p:ph idx="6" type="body"/>
          </p:nvPr>
        </p:nvSpPr>
        <p:spPr>
          <a:xfrm>
            <a:off x="685338" y="4745736"/>
            <a:ext cx="1993500" cy="795600"/>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23"/>
          <p:cNvSpPr txBox="1"/>
          <p:nvPr>
            <p:ph idx="7" type="body"/>
          </p:nvPr>
        </p:nvSpPr>
        <p:spPr>
          <a:xfrm>
            <a:off x="2900911" y="4745736"/>
            <a:ext cx="1993500" cy="795600"/>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23"/>
          <p:cNvSpPr txBox="1"/>
          <p:nvPr>
            <p:ph idx="8" type="body"/>
          </p:nvPr>
        </p:nvSpPr>
        <p:spPr>
          <a:xfrm>
            <a:off x="5116484" y="4745736"/>
            <a:ext cx="1993500" cy="795600"/>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23"/>
          <p:cNvSpPr txBox="1"/>
          <p:nvPr>
            <p:ph idx="9" type="body"/>
          </p:nvPr>
        </p:nvSpPr>
        <p:spPr>
          <a:xfrm>
            <a:off x="7332057" y="4745736"/>
            <a:ext cx="1993500" cy="795600"/>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23"/>
          <p:cNvSpPr txBox="1"/>
          <p:nvPr>
            <p:ph idx="13" type="body"/>
          </p:nvPr>
        </p:nvSpPr>
        <p:spPr>
          <a:xfrm>
            <a:off x="9547629" y="4745736"/>
            <a:ext cx="1993500" cy="795600"/>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0"/>
              </a:spcBef>
              <a:spcAft>
                <a:spcPts val="0"/>
              </a:spcAft>
              <a:buClr>
                <a:schemeClr val="accent6"/>
              </a:buClr>
              <a:buSzPts val="1500"/>
              <a:buNone/>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76" name="Google Shape;176;p23"/>
          <p:cNvCxnSpPr/>
          <p:nvPr/>
        </p:nvCxnSpPr>
        <p:spPr>
          <a:xfrm>
            <a:off x="739398" y="4187681"/>
            <a:ext cx="10812300" cy="0"/>
          </a:xfrm>
          <a:prstGeom prst="straightConnector1">
            <a:avLst/>
          </a:prstGeom>
          <a:noFill/>
          <a:ln cap="flat" cmpd="sng" w="12700">
            <a:solidFill>
              <a:srgbClr val="F1D0D0"/>
            </a:solidFill>
            <a:prstDash val="solid"/>
            <a:miter lim="800000"/>
            <a:headEnd len="sm" w="sm" type="none"/>
            <a:tailEnd len="sm" w="sm" type="none"/>
          </a:ln>
        </p:spPr>
      </p:cxnSp>
      <p:pic>
        <p:nvPicPr>
          <p:cNvPr descr="https://www.cbit.ac.in/wp-content/uploads/2023/05/CBIT-LOGO-24.05.2023.-4.no_-1.png" id="177" name="Google Shape;177;p23"/>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178" name="Google Shape;178;p23"/>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79" name="Shape 179"/>
        <p:cNvGrpSpPr/>
        <p:nvPr/>
      </p:nvGrpSpPr>
      <p:grpSpPr>
        <a:xfrm>
          <a:off x="0" y="0"/>
          <a:ext cx="0" cy="0"/>
          <a:chOff x="0" y="0"/>
          <a:chExt cx="0" cy="0"/>
        </a:xfrm>
      </p:grpSpPr>
      <p:sp>
        <p:nvSpPr>
          <p:cNvPr id="180" name="Google Shape;180;p24"/>
          <p:cNvSpPr txBox="1"/>
          <p:nvPr>
            <p:ph type="title"/>
          </p:nvPr>
        </p:nvSpPr>
        <p:spPr>
          <a:xfrm>
            <a:off x="3986784" y="1243584"/>
            <a:ext cx="8165700" cy="768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descr="preencoded.png" id="181" name="Google Shape;181;p24"/>
          <p:cNvSpPr/>
          <p:nvPr/>
        </p:nvSpPr>
        <p:spPr>
          <a:xfrm>
            <a:off x="-5568" y="-2784"/>
            <a:ext cx="3443288" cy="6891337"/>
          </a:xfrm>
          <a:custGeom>
            <a:rect b="b" l="l" r="r" t="t"/>
            <a:pathLst>
              <a:path extrusionOk="0" h="6891337" w="3443288">
                <a:moveTo>
                  <a:pt x="3443288" y="0"/>
                </a:moveTo>
                <a:lnTo>
                  <a:pt x="0" y="0"/>
                </a:lnTo>
                <a:lnTo>
                  <a:pt x="0" y="6891338"/>
                </a:lnTo>
                <a:lnTo>
                  <a:pt x="3443288" y="6891338"/>
                </a:lnTo>
                <a:lnTo>
                  <a:pt x="3443288"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182" name="Google Shape;182;p24"/>
          <p:cNvPicPr preferRelativeResize="0"/>
          <p:nvPr/>
        </p:nvPicPr>
        <p:blipFill rotWithShape="1">
          <a:blip r:embed="rId2">
            <a:alphaModFix/>
          </a:blip>
          <a:srcRect b="0" l="0" r="0" t="0"/>
          <a:stretch/>
        </p:blipFill>
        <p:spPr>
          <a:xfrm>
            <a:off x="1703311" y="-2784"/>
            <a:ext cx="1734409" cy="5167313"/>
          </a:xfrm>
          <a:prstGeom prst="rect">
            <a:avLst/>
          </a:prstGeom>
          <a:noFill/>
          <a:ln>
            <a:noFill/>
          </a:ln>
        </p:spPr>
      </p:pic>
      <p:sp>
        <p:nvSpPr>
          <p:cNvPr id="183" name="Google Shape;183;p24"/>
          <p:cNvSpPr/>
          <p:nvPr/>
        </p:nvSpPr>
        <p:spPr>
          <a:xfrm>
            <a:off x="1721621" y="-2784"/>
            <a:ext cx="1716115" cy="1720853"/>
          </a:xfrm>
          <a:custGeom>
            <a:rect b="b" l="l" r="r" t="t"/>
            <a:pathLst>
              <a:path extrusionOk="0" h="1720853" w="1716115">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431"/>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184" name="Google Shape;184;p24"/>
          <p:cNvSpPr/>
          <p:nvPr/>
        </p:nvSpPr>
        <p:spPr>
          <a:xfrm>
            <a:off x="-5568" y="3440504"/>
            <a:ext cx="3443288" cy="3448050"/>
          </a:xfrm>
          <a:custGeom>
            <a:rect b="b" l="l" r="r" t="t"/>
            <a:pathLst>
              <a:path extrusionOk="0" h="3448050" w="3443288">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185" name="Google Shape;185;p24"/>
          <p:cNvPicPr preferRelativeResize="0"/>
          <p:nvPr/>
        </p:nvPicPr>
        <p:blipFill rotWithShape="1">
          <a:blip r:embed="rId3">
            <a:alphaModFix/>
          </a:blip>
          <a:srcRect b="0" l="0" r="0" t="0"/>
          <a:stretch/>
        </p:blipFill>
        <p:spPr>
          <a:xfrm>
            <a:off x="1718457" y="3440504"/>
            <a:ext cx="1719263" cy="1724025"/>
          </a:xfrm>
          <a:prstGeom prst="rect">
            <a:avLst/>
          </a:prstGeom>
          <a:noFill/>
          <a:ln>
            <a:noFill/>
          </a:ln>
        </p:spPr>
      </p:pic>
      <p:sp>
        <p:nvSpPr>
          <p:cNvPr id="186" name="Google Shape;186;p24"/>
          <p:cNvSpPr txBox="1"/>
          <p:nvPr>
            <p:ph idx="1" type="body"/>
          </p:nvPr>
        </p:nvSpPr>
        <p:spPr>
          <a:xfrm>
            <a:off x="3977640" y="2330704"/>
            <a:ext cx="3822300" cy="4116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6"/>
              </a:buClr>
              <a:buSzPts val="1800"/>
              <a:buNone/>
              <a:defRPr b="1" sz="1800" cap="none">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7" name="Google Shape;187;p24"/>
          <p:cNvSpPr txBox="1"/>
          <p:nvPr>
            <p:ph idx="2" type="body"/>
          </p:nvPr>
        </p:nvSpPr>
        <p:spPr>
          <a:xfrm>
            <a:off x="3685032" y="2877312"/>
            <a:ext cx="3741900" cy="3684600"/>
          </a:xfrm>
          <a:prstGeom prst="rect">
            <a:avLst/>
          </a:prstGeom>
          <a:noFill/>
          <a:ln>
            <a:noFill/>
          </a:ln>
        </p:spPr>
        <p:txBody>
          <a:bodyPr anchorCtr="0" anchor="t" bIns="45700" lIns="45700" spcFirstLastPara="1" rIns="45700" wrap="square" tIns="45700">
            <a:normAutofit/>
          </a:bodyPr>
          <a:lstStyle>
            <a:lvl1pPr indent="-323850" lvl="0" marL="457200" algn="l">
              <a:lnSpc>
                <a:spcPct val="100000"/>
              </a:lnSpc>
              <a:spcBef>
                <a:spcPts val="360"/>
              </a:spcBef>
              <a:spcAft>
                <a:spcPts val="0"/>
              </a:spcAft>
              <a:buClr>
                <a:schemeClr val="accent6"/>
              </a:buClr>
              <a:buSzPts val="1500"/>
              <a:buChar char="•"/>
              <a:defRPr sz="1500"/>
            </a:lvl1pPr>
            <a:lvl2pPr indent="-311150" lvl="1" marL="914400" algn="l">
              <a:lnSpc>
                <a:spcPct val="100000"/>
              </a:lnSpc>
              <a:spcBef>
                <a:spcPts val="360"/>
              </a:spcBef>
              <a:spcAft>
                <a:spcPts val="0"/>
              </a:spcAft>
              <a:buClr>
                <a:schemeClr val="accent6"/>
              </a:buClr>
              <a:buSzPts val="1300"/>
              <a:buChar char="•"/>
              <a:defRPr sz="1300"/>
            </a:lvl2pPr>
            <a:lvl3pPr indent="-304800" lvl="2" marL="1371600" algn="l">
              <a:lnSpc>
                <a:spcPct val="100000"/>
              </a:lnSpc>
              <a:spcBef>
                <a:spcPts val="360"/>
              </a:spcBef>
              <a:spcAft>
                <a:spcPts val="0"/>
              </a:spcAft>
              <a:buClr>
                <a:schemeClr val="accent6"/>
              </a:buClr>
              <a:buSzPts val="1200"/>
              <a:buChar char="•"/>
              <a:defRPr sz="12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24"/>
          <p:cNvSpPr txBox="1"/>
          <p:nvPr>
            <p:ph idx="3" type="body"/>
          </p:nvPr>
        </p:nvSpPr>
        <p:spPr>
          <a:xfrm>
            <a:off x="8046720" y="2330704"/>
            <a:ext cx="3822300" cy="4116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6"/>
              </a:buClr>
              <a:buSzPts val="1800"/>
              <a:buNone/>
              <a:defRPr b="1" sz="1800" cap="none">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9" name="Google Shape;189;p24"/>
          <p:cNvSpPr txBox="1"/>
          <p:nvPr>
            <p:ph idx="4" type="body"/>
          </p:nvPr>
        </p:nvSpPr>
        <p:spPr>
          <a:xfrm>
            <a:off x="7754112" y="2877312"/>
            <a:ext cx="3741900" cy="3684600"/>
          </a:xfrm>
          <a:prstGeom prst="rect">
            <a:avLst/>
          </a:prstGeom>
          <a:noFill/>
          <a:ln>
            <a:noFill/>
          </a:ln>
        </p:spPr>
        <p:txBody>
          <a:bodyPr anchorCtr="0" anchor="t" bIns="45700" lIns="45700" spcFirstLastPara="1" rIns="45700" wrap="square" tIns="45700">
            <a:normAutofit/>
          </a:bodyPr>
          <a:lstStyle>
            <a:lvl1pPr indent="-323850" lvl="0" marL="457200" algn="l">
              <a:lnSpc>
                <a:spcPct val="100000"/>
              </a:lnSpc>
              <a:spcBef>
                <a:spcPts val="360"/>
              </a:spcBef>
              <a:spcAft>
                <a:spcPts val="0"/>
              </a:spcAft>
              <a:buClr>
                <a:schemeClr val="accent6"/>
              </a:buClr>
              <a:buSzPts val="1500"/>
              <a:buChar char="•"/>
              <a:defRPr sz="1500"/>
            </a:lvl1pPr>
            <a:lvl2pPr indent="-311150" lvl="1" marL="914400" algn="l">
              <a:lnSpc>
                <a:spcPct val="100000"/>
              </a:lnSpc>
              <a:spcBef>
                <a:spcPts val="360"/>
              </a:spcBef>
              <a:spcAft>
                <a:spcPts val="0"/>
              </a:spcAft>
              <a:buClr>
                <a:schemeClr val="accent6"/>
              </a:buClr>
              <a:buSzPts val="1300"/>
              <a:buChar char="•"/>
              <a:defRPr sz="1300"/>
            </a:lvl2pPr>
            <a:lvl3pPr indent="-304800" lvl="2" marL="1371600" algn="l">
              <a:lnSpc>
                <a:spcPct val="100000"/>
              </a:lnSpc>
              <a:spcBef>
                <a:spcPts val="360"/>
              </a:spcBef>
              <a:spcAft>
                <a:spcPts val="0"/>
              </a:spcAft>
              <a:buClr>
                <a:schemeClr val="accent6"/>
              </a:buClr>
              <a:buSzPts val="1200"/>
              <a:buChar char="•"/>
              <a:defRPr sz="12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24"/>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191" name="Google Shape;191;p24"/>
          <p:cNvPicPr preferRelativeResize="0"/>
          <p:nvPr/>
        </p:nvPicPr>
        <p:blipFill rotWithShape="1">
          <a:blip r:embed="rId4">
            <a:alphaModFix/>
          </a:blip>
          <a:srcRect b="0" l="0" r="0" t="0"/>
          <a:stretch/>
        </p:blipFill>
        <p:spPr>
          <a:xfrm>
            <a:off x="7642518" y="-9144"/>
            <a:ext cx="4324985" cy="1015984"/>
          </a:xfrm>
          <a:prstGeom prst="rect">
            <a:avLst/>
          </a:prstGeom>
          <a:noFill/>
          <a:ln>
            <a:noFill/>
          </a:ln>
        </p:spPr>
      </p:pic>
      <p:sp>
        <p:nvSpPr>
          <p:cNvPr id="192" name="Google Shape;192;p24"/>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3" name="Shape 193"/>
        <p:cNvGrpSpPr/>
        <p:nvPr/>
      </p:nvGrpSpPr>
      <p:grpSpPr>
        <a:xfrm>
          <a:off x="0" y="0"/>
          <a:ext cx="0" cy="0"/>
          <a:chOff x="0" y="0"/>
          <a:chExt cx="0" cy="0"/>
        </a:xfrm>
      </p:grpSpPr>
      <p:sp>
        <p:nvSpPr>
          <p:cNvPr id="194" name="Google Shape;194;p25"/>
          <p:cNvSpPr txBox="1"/>
          <p:nvPr>
            <p:ph type="title"/>
          </p:nvPr>
        </p:nvSpPr>
        <p:spPr>
          <a:xfrm>
            <a:off x="758952" y="1234440"/>
            <a:ext cx="10671000" cy="768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25"/>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25"/>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97" name="Google Shape;197;p25"/>
          <p:cNvSpPr txBox="1"/>
          <p:nvPr>
            <p:ph idx="1" type="body"/>
          </p:nvPr>
        </p:nvSpPr>
        <p:spPr>
          <a:xfrm>
            <a:off x="713232" y="2743200"/>
            <a:ext cx="3328500" cy="3557100"/>
          </a:xfrm>
          <a:prstGeom prst="rect">
            <a:avLst/>
          </a:prstGeom>
          <a:noFill/>
          <a:ln cap="flat" cmpd="sng" w="12700">
            <a:solidFill>
              <a:schemeClr val="accent3"/>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8" name="Google Shape;198;p25"/>
          <p:cNvSpPr/>
          <p:nvPr>
            <p:ph idx="2" type="pic"/>
          </p:nvPr>
        </p:nvSpPr>
        <p:spPr>
          <a:xfrm>
            <a:off x="1911096" y="2258568"/>
            <a:ext cx="932700" cy="932700"/>
          </a:xfrm>
          <a:prstGeom prst="ellipse">
            <a:avLst/>
          </a:prstGeom>
          <a:solidFill>
            <a:schemeClr val="accent3"/>
          </a:solidFill>
          <a:ln>
            <a:noFill/>
          </a:ln>
        </p:spPr>
      </p:sp>
      <p:sp>
        <p:nvSpPr>
          <p:cNvPr id="199" name="Google Shape;199;p25"/>
          <p:cNvSpPr txBox="1"/>
          <p:nvPr>
            <p:ph idx="3" type="body"/>
          </p:nvPr>
        </p:nvSpPr>
        <p:spPr>
          <a:xfrm>
            <a:off x="992124" y="3950208"/>
            <a:ext cx="2770500" cy="2206800"/>
          </a:xfrm>
          <a:prstGeom prst="rect">
            <a:avLst/>
          </a:prstGeom>
          <a:noFill/>
          <a:ln>
            <a:noFill/>
          </a:ln>
        </p:spPr>
        <p:txBody>
          <a:bodyPr anchorCtr="0" anchor="t" bIns="45700" lIns="91425" spcFirstLastPara="1" rIns="91425" wrap="square" tIns="45700">
            <a:normAutofit/>
          </a:bodyPr>
          <a:lstStyle>
            <a:lvl1pPr indent="-323850" lvl="0" marL="457200" algn="l">
              <a:lnSpc>
                <a:spcPct val="100000"/>
              </a:lnSpc>
              <a:spcBef>
                <a:spcPts val="360"/>
              </a:spcBef>
              <a:spcAft>
                <a:spcPts val="0"/>
              </a:spcAft>
              <a:buClr>
                <a:schemeClr val="accent6"/>
              </a:buClr>
              <a:buSzPts val="1500"/>
              <a:buFont typeface="Arial"/>
              <a:buChar char="•"/>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25"/>
          <p:cNvSpPr txBox="1"/>
          <p:nvPr>
            <p:ph idx="4" type="body"/>
          </p:nvPr>
        </p:nvSpPr>
        <p:spPr>
          <a:xfrm>
            <a:off x="4443984" y="2743200"/>
            <a:ext cx="3328500" cy="3557100"/>
          </a:xfrm>
          <a:prstGeom prst="rect">
            <a:avLst/>
          </a:prstGeom>
          <a:noFill/>
          <a:ln cap="flat" cmpd="sng" w="12700">
            <a:solidFill>
              <a:schemeClr val="accent1"/>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1" name="Google Shape;201;p25"/>
          <p:cNvSpPr/>
          <p:nvPr>
            <p:ph idx="5" type="pic"/>
          </p:nvPr>
        </p:nvSpPr>
        <p:spPr>
          <a:xfrm>
            <a:off x="5641848" y="2258568"/>
            <a:ext cx="932700" cy="932700"/>
          </a:xfrm>
          <a:prstGeom prst="ellipse">
            <a:avLst/>
          </a:prstGeom>
          <a:solidFill>
            <a:schemeClr val="accent1"/>
          </a:solidFill>
          <a:ln>
            <a:noFill/>
          </a:ln>
        </p:spPr>
      </p:sp>
      <p:sp>
        <p:nvSpPr>
          <p:cNvPr id="202" name="Google Shape;202;p25"/>
          <p:cNvSpPr txBox="1"/>
          <p:nvPr>
            <p:ph idx="6" type="body"/>
          </p:nvPr>
        </p:nvSpPr>
        <p:spPr>
          <a:xfrm>
            <a:off x="4722876" y="3950208"/>
            <a:ext cx="2770500" cy="2206800"/>
          </a:xfrm>
          <a:prstGeom prst="rect">
            <a:avLst/>
          </a:prstGeom>
          <a:noFill/>
          <a:ln>
            <a:noFill/>
          </a:ln>
        </p:spPr>
        <p:txBody>
          <a:bodyPr anchorCtr="0" anchor="t" bIns="45700" lIns="91425" spcFirstLastPara="1" rIns="91425" wrap="square" tIns="45700">
            <a:normAutofit/>
          </a:bodyPr>
          <a:lstStyle>
            <a:lvl1pPr indent="-323850" lvl="0" marL="457200" algn="l">
              <a:lnSpc>
                <a:spcPct val="100000"/>
              </a:lnSpc>
              <a:spcBef>
                <a:spcPts val="360"/>
              </a:spcBef>
              <a:spcAft>
                <a:spcPts val="0"/>
              </a:spcAft>
              <a:buClr>
                <a:schemeClr val="accent6"/>
              </a:buClr>
              <a:buSzPts val="1500"/>
              <a:buFont typeface="Arial"/>
              <a:buChar char="•"/>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25"/>
          <p:cNvSpPr txBox="1"/>
          <p:nvPr>
            <p:ph idx="7" type="body"/>
          </p:nvPr>
        </p:nvSpPr>
        <p:spPr>
          <a:xfrm>
            <a:off x="8092440" y="2743200"/>
            <a:ext cx="3328500" cy="3557100"/>
          </a:xfrm>
          <a:prstGeom prst="rect">
            <a:avLst/>
          </a:prstGeom>
          <a:noFill/>
          <a:ln cap="flat" cmpd="sng" w="12700">
            <a:solidFill>
              <a:schemeClr val="accent4"/>
            </a:solidFill>
            <a:prstDash val="solid"/>
            <a:round/>
            <a:headEnd len="sm" w="sm" type="none"/>
            <a:tailEnd len="sm" w="sm" type="none"/>
          </a:ln>
        </p:spPr>
        <p:txBody>
          <a:bodyPr anchorCtr="0" anchor="t" bIns="45700" lIns="91425" spcFirstLastPara="1" rIns="91425" wrap="square" tIns="685800">
            <a:noAutofit/>
          </a:bodyPr>
          <a:lstStyle>
            <a:lvl1pPr indent="-228600" lvl="0" marL="457200" algn="ctr">
              <a:lnSpc>
                <a:spcPct val="100000"/>
              </a:lnSpc>
              <a:spcBef>
                <a:spcPts val="0"/>
              </a:spcBef>
              <a:spcAft>
                <a:spcPts val="0"/>
              </a:spcAft>
              <a:buClr>
                <a:schemeClr val="accent6"/>
              </a:buClr>
              <a:buSzPts val="1800"/>
              <a:buNone/>
              <a:defRPr b="1" sz="1800" cap="none">
                <a:solidFill>
                  <a:schemeClr val="accent6"/>
                </a:solidFill>
                <a:latin typeface="Arial"/>
                <a:ea typeface="Arial"/>
                <a:cs typeface="Arial"/>
                <a:sym typeface="Arial"/>
              </a:defRPr>
            </a:lvl1pPr>
            <a:lvl2pPr indent="-228600" lvl="1" marL="914400" algn="l">
              <a:lnSpc>
                <a:spcPct val="100000"/>
              </a:lnSpc>
              <a:spcBef>
                <a:spcPts val="360"/>
              </a:spcBef>
              <a:spcAft>
                <a:spcPts val="0"/>
              </a:spcAft>
              <a:buClr>
                <a:schemeClr val="accent6"/>
              </a:buClr>
              <a:buSzPts val="2000"/>
              <a:buNone/>
              <a:defRPr b="1" sz="2000"/>
            </a:lvl2pPr>
            <a:lvl3pPr indent="-228600" lvl="2" marL="1371600" algn="l">
              <a:lnSpc>
                <a:spcPct val="100000"/>
              </a:lnSpc>
              <a:spcBef>
                <a:spcPts val="360"/>
              </a:spcBef>
              <a:spcAft>
                <a:spcPts val="0"/>
              </a:spcAft>
              <a:buClr>
                <a:schemeClr val="accent6"/>
              </a:buClr>
              <a:buSzPts val="1800"/>
              <a:buNone/>
              <a:defRPr b="1" sz="1800"/>
            </a:lvl3pPr>
            <a:lvl4pPr indent="-228600" lvl="3" marL="1828800" algn="l">
              <a:lnSpc>
                <a:spcPct val="100000"/>
              </a:lnSpc>
              <a:spcBef>
                <a:spcPts val="360"/>
              </a:spcBef>
              <a:spcAft>
                <a:spcPts val="0"/>
              </a:spcAft>
              <a:buClr>
                <a:schemeClr val="accent6"/>
              </a:buClr>
              <a:buSzPts val="1600"/>
              <a:buNone/>
              <a:defRPr b="1" sz="1600"/>
            </a:lvl4pPr>
            <a:lvl5pPr indent="-228600" lvl="4" marL="2286000" algn="l">
              <a:lnSpc>
                <a:spcPct val="100000"/>
              </a:lnSpc>
              <a:spcBef>
                <a:spcPts val="360"/>
              </a:spcBef>
              <a:spcAft>
                <a:spcPts val="0"/>
              </a:spcAft>
              <a:buClr>
                <a:schemeClr val="accent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4" name="Google Shape;204;p25"/>
          <p:cNvSpPr/>
          <p:nvPr>
            <p:ph idx="8" type="pic"/>
          </p:nvPr>
        </p:nvSpPr>
        <p:spPr>
          <a:xfrm>
            <a:off x="9290304" y="2258568"/>
            <a:ext cx="932700" cy="932700"/>
          </a:xfrm>
          <a:prstGeom prst="ellipse">
            <a:avLst/>
          </a:prstGeom>
          <a:solidFill>
            <a:schemeClr val="accent4"/>
          </a:solidFill>
          <a:ln>
            <a:noFill/>
          </a:ln>
        </p:spPr>
      </p:sp>
      <p:sp>
        <p:nvSpPr>
          <p:cNvPr id="205" name="Google Shape;205;p25"/>
          <p:cNvSpPr txBox="1"/>
          <p:nvPr>
            <p:ph idx="9" type="body"/>
          </p:nvPr>
        </p:nvSpPr>
        <p:spPr>
          <a:xfrm>
            <a:off x="8371332" y="3950208"/>
            <a:ext cx="2770500" cy="2206800"/>
          </a:xfrm>
          <a:prstGeom prst="rect">
            <a:avLst/>
          </a:prstGeom>
          <a:noFill/>
          <a:ln>
            <a:noFill/>
          </a:ln>
        </p:spPr>
        <p:txBody>
          <a:bodyPr anchorCtr="0" anchor="t" bIns="45700" lIns="91425" spcFirstLastPara="1" rIns="91425" wrap="square" tIns="45700">
            <a:normAutofit/>
          </a:bodyPr>
          <a:lstStyle>
            <a:lvl1pPr indent="-323850" lvl="0" marL="457200" algn="l">
              <a:lnSpc>
                <a:spcPct val="100000"/>
              </a:lnSpc>
              <a:spcBef>
                <a:spcPts val="360"/>
              </a:spcBef>
              <a:spcAft>
                <a:spcPts val="0"/>
              </a:spcAft>
              <a:buClr>
                <a:schemeClr val="accent6"/>
              </a:buClr>
              <a:buSzPts val="1500"/>
              <a:buFont typeface="Arial"/>
              <a:buChar char="•"/>
              <a:defRPr sz="1500"/>
            </a:lvl1pPr>
            <a:lvl2pPr indent="-342900" lvl="1" marL="914400" algn="l">
              <a:lnSpc>
                <a:spcPct val="100000"/>
              </a:lnSpc>
              <a:spcBef>
                <a:spcPts val="360"/>
              </a:spcBef>
              <a:spcAft>
                <a:spcPts val="0"/>
              </a:spcAft>
              <a:buClr>
                <a:schemeClr val="accent6"/>
              </a:buClr>
              <a:buSzPts val="1800"/>
              <a:buChar char="•"/>
              <a:defRPr/>
            </a:lvl2pPr>
            <a:lvl3pPr indent="-342900" lvl="2" marL="1371600" algn="l">
              <a:lnSpc>
                <a:spcPct val="100000"/>
              </a:lnSpc>
              <a:spcBef>
                <a:spcPts val="360"/>
              </a:spcBef>
              <a:spcAft>
                <a:spcPts val="0"/>
              </a:spcAft>
              <a:buClr>
                <a:schemeClr val="accent6"/>
              </a:buClr>
              <a:buSzPts val="1800"/>
              <a:buChar char="•"/>
              <a:defRPr/>
            </a:lvl3pPr>
            <a:lvl4pPr indent="-342900" lvl="3" marL="1828800" algn="l">
              <a:lnSpc>
                <a:spcPct val="100000"/>
              </a:lnSpc>
              <a:spcBef>
                <a:spcPts val="360"/>
              </a:spcBef>
              <a:spcAft>
                <a:spcPts val="0"/>
              </a:spcAft>
              <a:buClr>
                <a:schemeClr val="accent6"/>
              </a:buClr>
              <a:buSzPts val="1800"/>
              <a:buChar char="•"/>
              <a:defRPr/>
            </a:lvl4pPr>
            <a:lvl5pPr indent="-342900" lvl="4" marL="2286000" algn="l">
              <a:lnSpc>
                <a:spcPct val="100000"/>
              </a:lnSpc>
              <a:spcBef>
                <a:spcPts val="360"/>
              </a:spcBef>
              <a:spcAft>
                <a:spcPts val="0"/>
              </a:spcAft>
              <a:buClr>
                <a:schemeClr val="accent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206" name="Google Shape;206;p25"/>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07" name="Google Shape;207;p25"/>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208" name="Shape 208"/>
        <p:cNvGrpSpPr/>
        <p:nvPr/>
      </p:nvGrpSpPr>
      <p:grpSpPr>
        <a:xfrm>
          <a:off x="0" y="0"/>
          <a:ext cx="0" cy="0"/>
          <a:chOff x="0" y="0"/>
          <a:chExt cx="0" cy="0"/>
        </a:xfrm>
      </p:grpSpPr>
      <p:sp>
        <p:nvSpPr>
          <p:cNvPr descr="preencoded.png" id="209" name="Google Shape;209;p26"/>
          <p:cNvSpPr/>
          <p:nvPr/>
        </p:nvSpPr>
        <p:spPr>
          <a:xfrm>
            <a:off x="8758238" y="-14287"/>
            <a:ext cx="3433763" cy="3452812"/>
          </a:xfrm>
          <a:custGeom>
            <a:rect b="b" l="l" r="r" t="t"/>
            <a:pathLst>
              <a:path extrusionOk="0" h="3452812" w="3433763">
                <a:moveTo>
                  <a:pt x="3433763" y="0"/>
                </a:moveTo>
                <a:lnTo>
                  <a:pt x="3433763" y="3452813"/>
                </a:lnTo>
                <a:lnTo>
                  <a:pt x="0" y="3452813"/>
                </a:lnTo>
                <a:cubicBezTo>
                  <a:pt x="0" y="1545912"/>
                  <a:pt x="1537383" y="0"/>
                  <a:pt x="343376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210" name="Google Shape;210;p26"/>
          <p:cNvSpPr/>
          <p:nvPr/>
        </p:nvSpPr>
        <p:spPr>
          <a:xfrm>
            <a:off x="8758238" y="3438525"/>
            <a:ext cx="3433763" cy="3433762"/>
          </a:xfrm>
          <a:custGeom>
            <a:rect b="b" l="l" r="r" t="t"/>
            <a:pathLst>
              <a:path extrusionOk="0" h="3433762" w="3433763">
                <a:moveTo>
                  <a:pt x="0" y="0"/>
                </a:moveTo>
                <a:lnTo>
                  <a:pt x="3433763" y="0"/>
                </a:lnTo>
                <a:lnTo>
                  <a:pt x="3433763" y="3433763"/>
                </a:lnTo>
                <a:cubicBezTo>
                  <a:pt x="1537383" y="3433763"/>
                  <a:pt x="0" y="1896380"/>
                  <a:pt x="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211" name="Google Shape;211;p26"/>
          <p:cNvSpPr/>
          <p:nvPr/>
        </p:nvSpPr>
        <p:spPr>
          <a:xfrm flipH="1" rot="10800000">
            <a:off x="9991725" y="1247775"/>
            <a:ext cx="2200275" cy="2181225"/>
          </a:xfrm>
          <a:custGeom>
            <a:rect b="b" l="l" r="r" t="t"/>
            <a:pathLst>
              <a:path extrusionOk="0" h="2181225" w="2200275">
                <a:moveTo>
                  <a:pt x="0" y="0"/>
                </a:moveTo>
                <a:cubicBezTo>
                  <a:pt x="0" y="1204689"/>
                  <a:pt x="985061" y="2181225"/>
                  <a:pt x="2200275" y="2181225"/>
                </a:cubicBezTo>
                <a:lnTo>
                  <a:pt x="2200275" y="0"/>
                </a:lnTo>
                <a:lnTo>
                  <a:pt x="0"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212" name="Google Shape;212;p26"/>
          <p:cNvSpPr/>
          <p:nvPr/>
        </p:nvSpPr>
        <p:spPr>
          <a:xfrm flipH="1" rot="10800000">
            <a:off x="-20086" y="4580051"/>
            <a:ext cx="2277948" cy="2277948"/>
          </a:xfrm>
          <a:custGeom>
            <a:rect b="b" l="l" r="r" t="t"/>
            <a:pathLst>
              <a:path extrusionOk="0" h="2277948" w="2277948">
                <a:moveTo>
                  <a:pt x="0" y="2277948"/>
                </a:moveTo>
                <a:cubicBezTo>
                  <a:pt x="1258034" y="2277948"/>
                  <a:pt x="2277948" y="1258034"/>
                  <a:pt x="2277948" y="0"/>
                </a:cubicBezTo>
                <a:lnTo>
                  <a:pt x="0" y="0"/>
                </a:lnTo>
                <a:lnTo>
                  <a:pt x="0" y="2277948"/>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213" name="Google Shape;213;p26"/>
          <p:cNvPicPr preferRelativeResize="0"/>
          <p:nvPr/>
        </p:nvPicPr>
        <p:blipFill rotWithShape="1">
          <a:blip r:embed="rId2">
            <a:alphaModFix/>
          </a:blip>
          <a:srcRect b="0" l="0" r="0" t="0"/>
          <a:stretch/>
        </p:blipFill>
        <p:spPr>
          <a:xfrm>
            <a:off x="9991886" y="3441269"/>
            <a:ext cx="2200113" cy="2200113"/>
          </a:xfrm>
          <a:prstGeom prst="rect">
            <a:avLst/>
          </a:prstGeom>
          <a:noFill/>
          <a:ln>
            <a:noFill/>
          </a:ln>
        </p:spPr>
      </p:pic>
      <p:sp>
        <p:nvSpPr>
          <p:cNvPr descr="preencoded.png" id="214" name="Google Shape;214;p26"/>
          <p:cNvSpPr/>
          <p:nvPr/>
        </p:nvSpPr>
        <p:spPr>
          <a:xfrm>
            <a:off x="1707959" y="5667616"/>
            <a:ext cx="775021" cy="775021"/>
          </a:xfrm>
          <a:custGeom>
            <a:rect b="b" l="l" r="r" t="t"/>
            <a:pathLst>
              <a:path extrusionOk="0" h="775021" w="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15" name="Google Shape;215;p26"/>
          <p:cNvSpPr txBox="1"/>
          <p:nvPr>
            <p:ph type="title"/>
          </p:nvPr>
        </p:nvSpPr>
        <p:spPr>
          <a:xfrm>
            <a:off x="1508760" y="1883664"/>
            <a:ext cx="6766500" cy="768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26"/>
          <p:cNvSpPr txBox="1"/>
          <p:nvPr>
            <p:ph idx="1" type="body"/>
          </p:nvPr>
        </p:nvSpPr>
        <p:spPr>
          <a:xfrm>
            <a:off x="1508760" y="2837688"/>
            <a:ext cx="5879700" cy="2700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accent6"/>
              </a:buClr>
              <a:buSzPts val="1500"/>
              <a:buNone/>
              <a:defRPr sz="1500"/>
            </a:lvl1pPr>
            <a:lvl2pPr indent="-323850" lvl="1" marL="914400" algn="l">
              <a:lnSpc>
                <a:spcPct val="100000"/>
              </a:lnSpc>
              <a:spcBef>
                <a:spcPts val="360"/>
              </a:spcBef>
              <a:spcAft>
                <a:spcPts val="0"/>
              </a:spcAft>
              <a:buClr>
                <a:schemeClr val="accent6"/>
              </a:buClr>
              <a:buSzPts val="1500"/>
              <a:buChar char="•"/>
              <a:defRPr sz="1500"/>
            </a:lvl2pPr>
            <a:lvl3pPr indent="-323850" lvl="2" marL="1371600" algn="l">
              <a:lnSpc>
                <a:spcPct val="100000"/>
              </a:lnSpc>
              <a:spcBef>
                <a:spcPts val="360"/>
              </a:spcBef>
              <a:spcAft>
                <a:spcPts val="0"/>
              </a:spcAft>
              <a:buClr>
                <a:schemeClr val="accent6"/>
              </a:buClr>
              <a:buSzPts val="1500"/>
              <a:buChar char="•"/>
              <a:defRPr sz="1500"/>
            </a:lvl3pPr>
            <a:lvl4pPr indent="-323850" lvl="3" marL="1828800" algn="l">
              <a:lnSpc>
                <a:spcPct val="100000"/>
              </a:lnSpc>
              <a:spcBef>
                <a:spcPts val="360"/>
              </a:spcBef>
              <a:spcAft>
                <a:spcPts val="0"/>
              </a:spcAft>
              <a:buClr>
                <a:schemeClr val="accent6"/>
              </a:buClr>
              <a:buSzPts val="1500"/>
              <a:buChar char="•"/>
              <a:defRPr sz="1500"/>
            </a:lvl4pPr>
            <a:lvl5pPr indent="-323850" lvl="4" marL="2286000" algn="l">
              <a:lnSpc>
                <a:spcPct val="100000"/>
              </a:lnSpc>
              <a:spcBef>
                <a:spcPts val="360"/>
              </a:spcBef>
              <a:spcAft>
                <a:spcPts val="0"/>
              </a:spcAft>
              <a:buClr>
                <a:schemeClr val="accent6"/>
              </a:buClr>
              <a:buSzPts val="1500"/>
              <a:buChar char="•"/>
              <a:defRPr sz="15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26"/>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18" name="Google Shape;218;p26"/>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https://www.cbit.ac.in/wp-content/uploads/2023/05/CBIT-LOGO-24.05.2023.-4.no_-1.png" id="219" name="Google Shape;219;p26"/>
          <p:cNvPicPr preferRelativeResize="0"/>
          <p:nvPr/>
        </p:nvPicPr>
        <p:blipFill rotWithShape="1">
          <a:blip r:embed="rId3">
            <a:alphaModFix/>
          </a:blip>
          <a:srcRect b="0" l="0" r="0" t="0"/>
          <a:stretch/>
        </p:blipFill>
        <p:spPr>
          <a:xfrm>
            <a:off x="7642518" y="-9144"/>
            <a:ext cx="4324985" cy="1015984"/>
          </a:xfrm>
          <a:prstGeom prst="rect">
            <a:avLst/>
          </a:prstGeom>
          <a:noFill/>
          <a:ln>
            <a:noFill/>
          </a:ln>
        </p:spPr>
      </p:pic>
      <p:sp>
        <p:nvSpPr>
          <p:cNvPr id="220" name="Google Shape;220;p26"/>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21" name="Shape 221"/>
        <p:cNvGrpSpPr/>
        <p:nvPr/>
      </p:nvGrpSpPr>
      <p:grpSpPr>
        <a:xfrm>
          <a:off x="0" y="0"/>
          <a:ext cx="0" cy="0"/>
          <a:chOff x="0" y="0"/>
          <a:chExt cx="0" cy="0"/>
        </a:xfrm>
      </p:grpSpPr>
      <p:sp>
        <p:nvSpPr>
          <p:cNvPr descr="preencoded.png" id="222" name="Google Shape;222;p27"/>
          <p:cNvSpPr/>
          <p:nvPr/>
        </p:nvSpPr>
        <p:spPr>
          <a:xfrm>
            <a:off x="-5568" y="-2784"/>
            <a:ext cx="3443288" cy="6891337"/>
          </a:xfrm>
          <a:custGeom>
            <a:rect b="b" l="l" r="r" t="t"/>
            <a:pathLst>
              <a:path extrusionOk="0" h="6891337" w="3443288">
                <a:moveTo>
                  <a:pt x="3443288" y="0"/>
                </a:moveTo>
                <a:lnTo>
                  <a:pt x="0" y="0"/>
                </a:lnTo>
                <a:lnTo>
                  <a:pt x="0" y="6891338"/>
                </a:lnTo>
                <a:lnTo>
                  <a:pt x="3443288" y="6891338"/>
                </a:lnTo>
                <a:lnTo>
                  <a:pt x="3443288"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223" name="Google Shape;223;p27"/>
          <p:cNvPicPr preferRelativeResize="0"/>
          <p:nvPr/>
        </p:nvPicPr>
        <p:blipFill rotWithShape="1">
          <a:blip r:embed="rId2">
            <a:alphaModFix/>
          </a:blip>
          <a:srcRect b="0" l="0" r="0" t="0"/>
          <a:stretch/>
        </p:blipFill>
        <p:spPr>
          <a:xfrm>
            <a:off x="1703311" y="-2784"/>
            <a:ext cx="1734409" cy="5167313"/>
          </a:xfrm>
          <a:prstGeom prst="rect">
            <a:avLst/>
          </a:prstGeom>
          <a:noFill/>
          <a:ln>
            <a:noFill/>
          </a:ln>
        </p:spPr>
      </p:pic>
      <p:sp>
        <p:nvSpPr>
          <p:cNvPr id="224" name="Google Shape;224;p27"/>
          <p:cNvSpPr/>
          <p:nvPr/>
        </p:nvSpPr>
        <p:spPr>
          <a:xfrm>
            <a:off x="1721621" y="-2784"/>
            <a:ext cx="1716115" cy="1720853"/>
          </a:xfrm>
          <a:custGeom>
            <a:rect b="b" l="l" r="r" t="t"/>
            <a:pathLst>
              <a:path extrusionOk="0" h="1720853" w="1716115">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431"/>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descr="preencoded.png" id="225" name="Google Shape;225;p27"/>
          <p:cNvSpPr/>
          <p:nvPr/>
        </p:nvSpPr>
        <p:spPr>
          <a:xfrm>
            <a:off x="-5568" y="3440504"/>
            <a:ext cx="3443288" cy="3448050"/>
          </a:xfrm>
          <a:custGeom>
            <a:rect b="b" l="l" r="r" t="t"/>
            <a:pathLst>
              <a:path extrusionOk="0" h="3448050" w="3443288">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pic>
        <p:nvPicPr>
          <p:cNvPr descr="preencoded.png" id="226" name="Google Shape;226;p27"/>
          <p:cNvPicPr preferRelativeResize="0"/>
          <p:nvPr/>
        </p:nvPicPr>
        <p:blipFill rotWithShape="1">
          <a:blip r:embed="rId3">
            <a:alphaModFix/>
          </a:blip>
          <a:srcRect b="0" l="0" r="0" t="0"/>
          <a:stretch/>
        </p:blipFill>
        <p:spPr>
          <a:xfrm>
            <a:off x="1718457" y="3440504"/>
            <a:ext cx="1719263" cy="1724025"/>
          </a:xfrm>
          <a:prstGeom prst="rect">
            <a:avLst/>
          </a:prstGeom>
          <a:noFill/>
          <a:ln>
            <a:noFill/>
          </a:ln>
        </p:spPr>
      </p:pic>
      <p:sp>
        <p:nvSpPr>
          <p:cNvPr id="227" name="Google Shape;227;p27"/>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27"/>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29" name="Google Shape;229;p27"/>
          <p:cNvSpPr txBox="1"/>
          <p:nvPr>
            <p:ph type="title"/>
          </p:nvPr>
        </p:nvSpPr>
        <p:spPr>
          <a:xfrm>
            <a:off x="3986784" y="1243584"/>
            <a:ext cx="8165700" cy="768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accent6"/>
              </a:buClr>
              <a:buSzPts val="44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27"/>
          <p:cNvSpPr txBox="1"/>
          <p:nvPr>
            <p:ph idx="1" type="body"/>
          </p:nvPr>
        </p:nvSpPr>
        <p:spPr>
          <a:xfrm>
            <a:off x="3685032" y="2255520"/>
            <a:ext cx="3741900" cy="4306500"/>
          </a:xfrm>
          <a:prstGeom prst="rect">
            <a:avLst/>
          </a:prstGeom>
          <a:noFill/>
          <a:ln>
            <a:noFill/>
          </a:ln>
        </p:spPr>
        <p:txBody>
          <a:bodyPr anchorCtr="0" anchor="t" bIns="45700" lIns="45700" spcFirstLastPara="1" rIns="45700" wrap="square" tIns="45700">
            <a:normAutofit/>
          </a:bodyPr>
          <a:lstStyle>
            <a:lvl1pPr indent="-323850" lvl="0" marL="457200" algn="l">
              <a:lnSpc>
                <a:spcPct val="100000"/>
              </a:lnSpc>
              <a:spcBef>
                <a:spcPts val="360"/>
              </a:spcBef>
              <a:spcAft>
                <a:spcPts val="0"/>
              </a:spcAft>
              <a:buClr>
                <a:schemeClr val="accent6"/>
              </a:buClr>
              <a:buSzPts val="1500"/>
              <a:buChar char="•"/>
              <a:defRPr sz="1500"/>
            </a:lvl1pPr>
            <a:lvl2pPr indent="-311150" lvl="1" marL="914400" algn="l">
              <a:lnSpc>
                <a:spcPct val="100000"/>
              </a:lnSpc>
              <a:spcBef>
                <a:spcPts val="360"/>
              </a:spcBef>
              <a:spcAft>
                <a:spcPts val="0"/>
              </a:spcAft>
              <a:buClr>
                <a:schemeClr val="accent6"/>
              </a:buClr>
              <a:buSzPts val="1300"/>
              <a:buChar char="•"/>
              <a:defRPr sz="1300"/>
            </a:lvl2pPr>
            <a:lvl3pPr indent="-304800" lvl="2" marL="1371600" algn="l">
              <a:lnSpc>
                <a:spcPct val="100000"/>
              </a:lnSpc>
              <a:spcBef>
                <a:spcPts val="360"/>
              </a:spcBef>
              <a:spcAft>
                <a:spcPts val="0"/>
              </a:spcAft>
              <a:buClr>
                <a:schemeClr val="accent6"/>
              </a:buClr>
              <a:buSzPts val="1200"/>
              <a:buChar char="•"/>
              <a:defRPr sz="12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27"/>
          <p:cNvSpPr txBox="1"/>
          <p:nvPr>
            <p:ph idx="2" type="body"/>
          </p:nvPr>
        </p:nvSpPr>
        <p:spPr>
          <a:xfrm>
            <a:off x="7754112" y="2255520"/>
            <a:ext cx="3741900" cy="4306500"/>
          </a:xfrm>
          <a:prstGeom prst="rect">
            <a:avLst/>
          </a:prstGeom>
          <a:noFill/>
          <a:ln>
            <a:noFill/>
          </a:ln>
        </p:spPr>
        <p:txBody>
          <a:bodyPr anchorCtr="0" anchor="t" bIns="45700" lIns="45700" spcFirstLastPara="1" rIns="45700" wrap="square" tIns="45700">
            <a:normAutofit/>
          </a:bodyPr>
          <a:lstStyle>
            <a:lvl1pPr indent="-323850" lvl="0" marL="457200" algn="l">
              <a:lnSpc>
                <a:spcPct val="100000"/>
              </a:lnSpc>
              <a:spcBef>
                <a:spcPts val="360"/>
              </a:spcBef>
              <a:spcAft>
                <a:spcPts val="0"/>
              </a:spcAft>
              <a:buClr>
                <a:schemeClr val="accent6"/>
              </a:buClr>
              <a:buSzPts val="1500"/>
              <a:buChar char="•"/>
              <a:defRPr sz="1500"/>
            </a:lvl1pPr>
            <a:lvl2pPr indent="-311150" lvl="1" marL="914400" algn="l">
              <a:lnSpc>
                <a:spcPct val="100000"/>
              </a:lnSpc>
              <a:spcBef>
                <a:spcPts val="360"/>
              </a:spcBef>
              <a:spcAft>
                <a:spcPts val="0"/>
              </a:spcAft>
              <a:buClr>
                <a:schemeClr val="accent6"/>
              </a:buClr>
              <a:buSzPts val="1300"/>
              <a:buChar char="•"/>
              <a:defRPr sz="1300"/>
            </a:lvl2pPr>
            <a:lvl3pPr indent="-304800" lvl="2" marL="1371600" algn="l">
              <a:lnSpc>
                <a:spcPct val="100000"/>
              </a:lnSpc>
              <a:spcBef>
                <a:spcPts val="360"/>
              </a:spcBef>
              <a:spcAft>
                <a:spcPts val="0"/>
              </a:spcAft>
              <a:buClr>
                <a:schemeClr val="accent6"/>
              </a:buClr>
              <a:buSzPts val="1200"/>
              <a:buChar char="•"/>
              <a:defRPr sz="1200"/>
            </a:lvl3pPr>
            <a:lvl4pPr indent="-304800" lvl="3" marL="1828800" algn="l">
              <a:lnSpc>
                <a:spcPct val="100000"/>
              </a:lnSpc>
              <a:spcBef>
                <a:spcPts val="360"/>
              </a:spcBef>
              <a:spcAft>
                <a:spcPts val="0"/>
              </a:spcAft>
              <a:buClr>
                <a:schemeClr val="accent6"/>
              </a:buClr>
              <a:buSzPts val="1200"/>
              <a:buChar char="•"/>
              <a:defRPr sz="1200"/>
            </a:lvl4pPr>
            <a:lvl5pPr indent="-304800" lvl="4" marL="2286000" algn="l">
              <a:lnSpc>
                <a:spcPct val="100000"/>
              </a:lnSpc>
              <a:spcBef>
                <a:spcPts val="360"/>
              </a:spcBef>
              <a:spcAft>
                <a:spcPts val="0"/>
              </a:spcAft>
              <a:buClr>
                <a:schemeClr val="accent6"/>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https://www.cbit.ac.in/wp-content/uploads/2023/05/CBIT-LOGO-24.05.2023.-4.no_-1.png" id="232" name="Google Shape;232;p27"/>
          <p:cNvPicPr preferRelativeResize="0"/>
          <p:nvPr/>
        </p:nvPicPr>
        <p:blipFill rotWithShape="1">
          <a:blip r:embed="rId4">
            <a:alphaModFix/>
          </a:blip>
          <a:srcRect b="0" l="0" r="0" t="0"/>
          <a:stretch/>
        </p:blipFill>
        <p:spPr>
          <a:xfrm>
            <a:off x="7642518" y="-9144"/>
            <a:ext cx="4324985" cy="1015984"/>
          </a:xfrm>
          <a:prstGeom prst="rect">
            <a:avLst/>
          </a:prstGeom>
          <a:noFill/>
          <a:ln>
            <a:noFill/>
          </a:ln>
        </p:spPr>
      </p:pic>
      <p:sp>
        <p:nvSpPr>
          <p:cNvPr id="233" name="Google Shape;233;p27"/>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4" name="Shape 234"/>
        <p:cNvGrpSpPr/>
        <p:nvPr/>
      </p:nvGrpSpPr>
      <p:grpSpPr>
        <a:xfrm>
          <a:off x="0" y="0"/>
          <a:ext cx="0" cy="0"/>
          <a:chOff x="0" y="0"/>
          <a:chExt cx="0" cy="0"/>
        </a:xfrm>
      </p:grpSpPr>
      <p:sp>
        <p:nvSpPr>
          <p:cNvPr id="235" name="Google Shape;235;p28"/>
          <p:cNvSpPr/>
          <p:nvPr/>
        </p:nvSpPr>
        <p:spPr>
          <a:xfrm>
            <a:off x="1" y="0"/>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36" name="Google Shape;236;p28"/>
          <p:cNvSpPr/>
          <p:nvPr/>
        </p:nvSpPr>
        <p:spPr>
          <a:xfrm rot="10800000">
            <a:off x="9949173" y="4755034"/>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37" name="Google Shape;237;p28"/>
          <p:cNvSpPr txBox="1"/>
          <p:nvPr>
            <p:ph type="title"/>
          </p:nvPr>
        </p:nvSpPr>
        <p:spPr>
          <a:xfrm>
            <a:off x="758952" y="1216152"/>
            <a:ext cx="10671000" cy="768000"/>
          </a:xfrm>
          <a:prstGeom prst="rect">
            <a:avLst/>
          </a:prstGeom>
          <a:noFill/>
          <a:ln>
            <a:noFill/>
          </a:ln>
        </p:spPr>
        <p:txBody>
          <a:bodyPr anchorCtr="0" anchor="b" bIns="45700" lIns="91425" spcFirstLastPara="1" rIns="91425" wrap="square" tIns="45700">
            <a:noAutofit/>
          </a:bodyPr>
          <a:lstStyle>
            <a:lvl1pPr lvl="0" algn="ctr">
              <a:lnSpc>
                <a:spcPct val="270833"/>
              </a:lnSpc>
              <a:spcBef>
                <a:spcPts val="0"/>
              </a:spcBef>
              <a:spcAft>
                <a:spcPts val="0"/>
              </a:spcAft>
              <a:buClr>
                <a:schemeClr val="accent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p28"/>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28"/>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240" name="Google Shape;240;p28"/>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41" name="Google Shape;241;p28"/>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2" name="Shape 242"/>
        <p:cNvGrpSpPr/>
        <p:nvPr/>
      </p:nvGrpSpPr>
      <p:grpSpPr>
        <a:xfrm>
          <a:off x="0" y="0"/>
          <a:ext cx="0" cy="0"/>
          <a:chOff x="0" y="0"/>
          <a:chExt cx="0" cy="0"/>
        </a:xfrm>
      </p:grpSpPr>
      <p:sp>
        <p:nvSpPr>
          <p:cNvPr id="243" name="Google Shape;243;p29"/>
          <p:cNvSpPr/>
          <p:nvPr/>
        </p:nvSpPr>
        <p:spPr>
          <a:xfrm>
            <a:off x="1" y="0"/>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44" name="Google Shape;244;p29"/>
          <p:cNvSpPr/>
          <p:nvPr/>
        </p:nvSpPr>
        <p:spPr>
          <a:xfrm rot="10800000">
            <a:off x="9949173" y="4755034"/>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45" name="Google Shape;245;p29"/>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29"/>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247" name="Google Shape;247;p29"/>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48" name="Google Shape;248;p29"/>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49" name="Shape 249"/>
        <p:cNvGrpSpPr/>
        <p:nvPr/>
      </p:nvGrpSpPr>
      <p:grpSpPr>
        <a:xfrm>
          <a:off x="0" y="0"/>
          <a:ext cx="0" cy="0"/>
          <a:chOff x="0" y="0"/>
          <a:chExt cx="0" cy="0"/>
        </a:xfrm>
      </p:grpSpPr>
      <p:sp>
        <p:nvSpPr>
          <p:cNvPr id="250" name="Google Shape;250;p30"/>
          <p:cNvSpPr/>
          <p:nvPr/>
        </p:nvSpPr>
        <p:spPr>
          <a:xfrm rot="10800000">
            <a:off x="9949173" y="4755034"/>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51" name="Google Shape;251;p3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ctr">
              <a:lnSpc>
                <a:spcPct val="152343"/>
              </a:lnSpc>
              <a:spcBef>
                <a:spcPts val="0"/>
              </a:spcBef>
              <a:spcAft>
                <a:spcPts val="0"/>
              </a:spcAft>
              <a:buClr>
                <a:schemeClr val="accent6"/>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p30"/>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360"/>
              </a:spcBef>
              <a:spcAft>
                <a:spcPts val="0"/>
              </a:spcAft>
              <a:buClr>
                <a:schemeClr val="accent6"/>
              </a:buClr>
              <a:buSzPts val="3200"/>
              <a:buChar char="•"/>
              <a:defRPr sz="3200"/>
            </a:lvl1pPr>
            <a:lvl2pPr indent="-406400" lvl="1" marL="914400" algn="l">
              <a:lnSpc>
                <a:spcPct val="100000"/>
              </a:lnSpc>
              <a:spcBef>
                <a:spcPts val="360"/>
              </a:spcBef>
              <a:spcAft>
                <a:spcPts val="0"/>
              </a:spcAft>
              <a:buClr>
                <a:schemeClr val="accent6"/>
              </a:buClr>
              <a:buSzPts val="2800"/>
              <a:buChar char="•"/>
              <a:defRPr sz="2800"/>
            </a:lvl2pPr>
            <a:lvl3pPr indent="-381000" lvl="2" marL="1371600" algn="l">
              <a:lnSpc>
                <a:spcPct val="100000"/>
              </a:lnSpc>
              <a:spcBef>
                <a:spcPts val="360"/>
              </a:spcBef>
              <a:spcAft>
                <a:spcPts val="0"/>
              </a:spcAft>
              <a:buClr>
                <a:schemeClr val="accent6"/>
              </a:buClr>
              <a:buSzPts val="2400"/>
              <a:buChar char="•"/>
              <a:defRPr sz="2400"/>
            </a:lvl3pPr>
            <a:lvl4pPr indent="-355600" lvl="3" marL="1828800" algn="l">
              <a:lnSpc>
                <a:spcPct val="100000"/>
              </a:lnSpc>
              <a:spcBef>
                <a:spcPts val="360"/>
              </a:spcBef>
              <a:spcAft>
                <a:spcPts val="0"/>
              </a:spcAft>
              <a:buClr>
                <a:schemeClr val="accent6"/>
              </a:buClr>
              <a:buSzPts val="2000"/>
              <a:buChar char="•"/>
              <a:defRPr sz="2000"/>
            </a:lvl4pPr>
            <a:lvl5pPr indent="-355600" lvl="4" marL="2286000" algn="l">
              <a:lnSpc>
                <a:spcPct val="100000"/>
              </a:lnSpc>
              <a:spcBef>
                <a:spcPts val="360"/>
              </a:spcBef>
              <a:spcAft>
                <a:spcPts val="0"/>
              </a:spcAft>
              <a:buClr>
                <a:schemeClr val="accent6"/>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53" name="Google Shape;253;p30"/>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accent6"/>
              </a:buClr>
              <a:buSzPts val="1600"/>
              <a:buNone/>
              <a:defRPr sz="1600"/>
            </a:lvl1pPr>
            <a:lvl2pPr indent="-228600" lvl="1" marL="914400" algn="l">
              <a:lnSpc>
                <a:spcPct val="100000"/>
              </a:lnSpc>
              <a:spcBef>
                <a:spcPts val="360"/>
              </a:spcBef>
              <a:spcAft>
                <a:spcPts val="0"/>
              </a:spcAft>
              <a:buClr>
                <a:schemeClr val="accent6"/>
              </a:buClr>
              <a:buSzPts val="1400"/>
              <a:buNone/>
              <a:defRPr sz="1400"/>
            </a:lvl2pPr>
            <a:lvl3pPr indent="-228600" lvl="2" marL="1371600" algn="l">
              <a:lnSpc>
                <a:spcPct val="100000"/>
              </a:lnSpc>
              <a:spcBef>
                <a:spcPts val="360"/>
              </a:spcBef>
              <a:spcAft>
                <a:spcPts val="0"/>
              </a:spcAft>
              <a:buClr>
                <a:schemeClr val="accent6"/>
              </a:buClr>
              <a:buSzPts val="1200"/>
              <a:buNone/>
              <a:defRPr sz="1200"/>
            </a:lvl3pPr>
            <a:lvl4pPr indent="-228600" lvl="3" marL="1828800" algn="l">
              <a:lnSpc>
                <a:spcPct val="100000"/>
              </a:lnSpc>
              <a:spcBef>
                <a:spcPts val="360"/>
              </a:spcBef>
              <a:spcAft>
                <a:spcPts val="0"/>
              </a:spcAft>
              <a:buClr>
                <a:schemeClr val="accent6"/>
              </a:buClr>
              <a:buSzPts val="1000"/>
              <a:buNone/>
              <a:defRPr sz="1000"/>
            </a:lvl4pPr>
            <a:lvl5pPr indent="-228600" lvl="4" marL="2286000" algn="l">
              <a:lnSpc>
                <a:spcPct val="100000"/>
              </a:lnSpc>
              <a:spcBef>
                <a:spcPts val="360"/>
              </a:spcBef>
              <a:spcAft>
                <a:spcPts val="0"/>
              </a:spcAft>
              <a:buClr>
                <a:schemeClr val="accent6"/>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54" name="Google Shape;254;p30"/>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 name="Google Shape;255;p30"/>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256" name="Google Shape;256;p30"/>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57" name="Google Shape;257;p30"/>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8" name="Shape 258"/>
        <p:cNvGrpSpPr/>
        <p:nvPr/>
      </p:nvGrpSpPr>
      <p:grpSpPr>
        <a:xfrm>
          <a:off x="0" y="0"/>
          <a:ext cx="0" cy="0"/>
          <a:chOff x="0" y="0"/>
          <a:chExt cx="0" cy="0"/>
        </a:xfrm>
      </p:grpSpPr>
      <p:sp>
        <p:nvSpPr>
          <p:cNvPr id="259" name="Google Shape;259;p31"/>
          <p:cNvSpPr/>
          <p:nvPr/>
        </p:nvSpPr>
        <p:spPr>
          <a:xfrm rot="10800000">
            <a:off x="9949173" y="4755034"/>
            <a:ext cx="2242827" cy="2102966"/>
          </a:xfrm>
          <a:custGeom>
            <a:rect b="b" l="l" r="r" t="t"/>
            <a:pathLst>
              <a:path extrusionOk="0" h="2102966" w="2242827">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260" name="Google Shape;260;p3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ctr">
              <a:lnSpc>
                <a:spcPct val="152343"/>
              </a:lnSpc>
              <a:spcBef>
                <a:spcPts val="0"/>
              </a:spcBef>
              <a:spcAft>
                <a:spcPts val="0"/>
              </a:spcAft>
              <a:buClr>
                <a:schemeClr val="accent6"/>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31"/>
          <p:cNvSpPr/>
          <p:nvPr>
            <p:ph idx="2" type="pic"/>
          </p:nvPr>
        </p:nvSpPr>
        <p:spPr>
          <a:xfrm>
            <a:off x="5183188" y="987425"/>
            <a:ext cx="6172200" cy="4873500"/>
          </a:xfrm>
          <a:prstGeom prst="rect">
            <a:avLst/>
          </a:prstGeom>
          <a:noFill/>
          <a:ln>
            <a:noFill/>
          </a:ln>
        </p:spPr>
      </p:sp>
      <p:sp>
        <p:nvSpPr>
          <p:cNvPr id="262" name="Google Shape;262;p3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accent6"/>
              </a:buClr>
              <a:buSzPts val="1600"/>
              <a:buNone/>
              <a:defRPr sz="1600"/>
            </a:lvl1pPr>
            <a:lvl2pPr indent="-228600" lvl="1" marL="914400" algn="l">
              <a:lnSpc>
                <a:spcPct val="100000"/>
              </a:lnSpc>
              <a:spcBef>
                <a:spcPts val="360"/>
              </a:spcBef>
              <a:spcAft>
                <a:spcPts val="0"/>
              </a:spcAft>
              <a:buClr>
                <a:schemeClr val="accent6"/>
              </a:buClr>
              <a:buSzPts val="1400"/>
              <a:buNone/>
              <a:defRPr sz="1400"/>
            </a:lvl2pPr>
            <a:lvl3pPr indent="-228600" lvl="2" marL="1371600" algn="l">
              <a:lnSpc>
                <a:spcPct val="100000"/>
              </a:lnSpc>
              <a:spcBef>
                <a:spcPts val="360"/>
              </a:spcBef>
              <a:spcAft>
                <a:spcPts val="0"/>
              </a:spcAft>
              <a:buClr>
                <a:schemeClr val="accent6"/>
              </a:buClr>
              <a:buSzPts val="1200"/>
              <a:buNone/>
              <a:defRPr sz="1200"/>
            </a:lvl3pPr>
            <a:lvl4pPr indent="-228600" lvl="3" marL="1828800" algn="l">
              <a:lnSpc>
                <a:spcPct val="100000"/>
              </a:lnSpc>
              <a:spcBef>
                <a:spcPts val="360"/>
              </a:spcBef>
              <a:spcAft>
                <a:spcPts val="0"/>
              </a:spcAft>
              <a:buClr>
                <a:schemeClr val="accent6"/>
              </a:buClr>
              <a:buSzPts val="1000"/>
              <a:buNone/>
              <a:defRPr sz="1000"/>
            </a:lvl4pPr>
            <a:lvl5pPr indent="-228600" lvl="4" marL="2286000" algn="l">
              <a:lnSpc>
                <a:spcPct val="100000"/>
              </a:lnSpc>
              <a:spcBef>
                <a:spcPts val="360"/>
              </a:spcBef>
              <a:spcAft>
                <a:spcPts val="0"/>
              </a:spcAft>
              <a:buClr>
                <a:schemeClr val="accent6"/>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63" name="Google Shape;263;p31"/>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31"/>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pic>
        <p:nvPicPr>
          <p:cNvPr descr="https://www.cbit.ac.in/wp-content/uploads/2023/05/CBIT-LOGO-24.05.2023.-4.no_-1.png" id="265" name="Google Shape;265;p31"/>
          <p:cNvPicPr preferRelativeResize="0"/>
          <p:nvPr/>
        </p:nvPicPr>
        <p:blipFill rotWithShape="1">
          <a:blip r:embed="rId2">
            <a:alphaModFix/>
          </a:blip>
          <a:srcRect b="0" l="0" r="0" t="0"/>
          <a:stretch/>
        </p:blipFill>
        <p:spPr>
          <a:xfrm>
            <a:off x="7642518" y="-9144"/>
            <a:ext cx="4324985" cy="1015984"/>
          </a:xfrm>
          <a:prstGeom prst="rect">
            <a:avLst/>
          </a:prstGeom>
          <a:noFill/>
          <a:ln>
            <a:noFill/>
          </a:ln>
        </p:spPr>
      </p:pic>
      <p:sp>
        <p:nvSpPr>
          <p:cNvPr id="266" name="Google Shape;266;p31"/>
          <p:cNvSpPr/>
          <p:nvPr/>
        </p:nvSpPr>
        <p:spPr>
          <a:xfrm>
            <a:off x="-124470" y="6396335"/>
            <a:ext cx="40563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EB Garamond"/>
                <a:ea typeface="EB Garamond"/>
                <a:cs typeface="EB Garamond"/>
                <a:sym typeface="EB Garamond"/>
              </a:rPr>
              <a:t>Department of Information Technology</a:t>
            </a:r>
            <a:endParaRPr b="0" i="1" sz="1400" u="none" cap="none" strike="noStrike">
              <a:solidFill>
                <a:schemeClr val="dk1"/>
              </a:solidFill>
              <a:latin typeface="EB Garamond"/>
              <a:ea typeface="EB Garamond"/>
              <a:cs typeface="EB Garamond"/>
              <a:sym typeface="EB Garamon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758952" y="1216152"/>
            <a:ext cx="10671000" cy="768000"/>
          </a:xfrm>
          <a:prstGeom prst="rect">
            <a:avLst/>
          </a:prstGeom>
          <a:noFill/>
          <a:ln>
            <a:noFill/>
          </a:ln>
        </p:spPr>
        <p:txBody>
          <a:bodyPr anchorCtr="0" anchor="b" bIns="45700" lIns="91425" spcFirstLastPara="1" rIns="91425" wrap="square" tIns="45700">
            <a:noAutofit/>
          </a:bodyPr>
          <a:lstStyle>
            <a:lvl1pPr lvl="0" marR="0" rtl="0" algn="ctr">
              <a:lnSpc>
                <a:spcPct val="110795"/>
              </a:lnSpc>
              <a:spcBef>
                <a:spcPts val="0"/>
              </a:spcBef>
              <a:spcAft>
                <a:spcPts val="0"/>
              </a:spcAft>
              <a:buClr>
                <a:schemeClr val="accent6"/>
              </a:buClr>
              <a:buSzPts val="4400"/>
              <a:buFont typeface="Arial Black"/>
              <a:buNone/>
              <a:defRPr b="1" i="0" sz="4400" u="none" cap="none" strike="noStrike">
                <a:solidFill>
                  <a:schemeClr val="accent6"/>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758952" y="2103120"/>
            <a:ext cx="106710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00000"/>
              </a:lnSpc>
              <a:spcBef>
                <a:spcPts val="360"/>
              </a:spcBef>
              <a:spcAft>
                <a:spcPts val="0"/>
              </a:spcAft>
              <a:buClr>
                <a:schemeClr val="accent6"/>
              </a:buClr>
              <a:buSzPts val="2800"/>
              <a:buFont typeface="Arial"/>
              <a:buChar char="•"/>
              <a:defRPr b="0" i="0" sz="2800" u="none" cap="none" strike="noStrike">
                <a:solidFill>
                  <a:schemeClr val="accent6"/>
                </a:solidFill>
                <a:latin typeface="EB Garamond"/>
                <a:ea typeface="EB Garamond"/>
                <a:cs typeface="EB Garamond"/>
                <a:sym typeface="EB Garamond"/>
              </a:defRPr>
            </a:lvl1pPr>
            <a:lvl2pPr indent="-381000" lvl="1" marL="914400" marR="0" rtl="0" algn="l">
              <a:lnSpc>
                <a:spcPct val="100000"/>
              </a:lnSpc>
              <a:spcBef>
                <a:spcPts val="360"/>
              </a:spcBef>
              <a:spcAft>
                <a:spcPts val="0"/>
              </a:spcAft>
              <a:buClr>
                <a:schemeClr val="accent6"/>
              </a:buClr>
              <a:buSzPts val="2400"/>
              <a:buFont typeface="Arial"/>
              <a:buChar char="•"/>
              <a:defRPr b="0" i="0" sz="2400" u="none" cap="none" strike="noStrike">
                <a:solidFill>
                  <a:schemeClr val="accent6"/>
                </a:solidFill>
                <a:latin typeface="EB Garamond"/>
                <a:ea typeface="EB Garamond"/>
                <a:cs typeface="EB Garamond"/>
                <a:sym typeface="EB Garamond"/>
              </a:defRPr>
            </a:lvl2pPr>
            <a:lvl3pPr indent="-355600" lvl="2" marL="1371600" marR="0" rtl="0" algn="l">
              <a:lnSpc>
                <a:spcPct val="100000"/>
              </a:lnSpc>
              <a:spcBef>
                <a:spcPts val="360"/>
              </a:spcBef>
              <a:spcAft>
                <a:spcPts val="0"/>
              </a:spcAft>
              <a:buClr>
                <a:schemeClr val="accent6"/>
              </a:buClr>
              <a:buSzPts val="2000"/>
              <a:buFont typeface="Arial"/>
              <a:buChar char="•"/>
              <a:defRPr b="0" i="0" sz="2000" u="none" cap="none" strike="noStrike">
                <a:solidFill>
                  <a:schemeClr val="accent6"/>
                </a:solidFill>
                <a:latin typeface="EB Garamond"/>
                <a:ea typeface="EB Garamond"/>
                <a:cs typeface="EB Garamond"/>
                <a:sym typeface="EB Garamond"/>
              </a:defRPr>
            </a:lvl3pPr>
            <a:lvl4pPr indent="-342900" lvl="3" marL="1828800" marR="0" rtl="0" algn="l">
              <a:lnSpc>
                <a:spcPct val="100000"/>
              </a:lnSpc>
              <a:spcBef>
                <a:spcPts val="360"/>
              </a:spcBef>
              <a:spcAft>
                <a:spcPts val="0"/>
              </a:spcAft>
              <a:buClr>
                <a:schemeClr val="accent6"/>
              </a:buClr>
              <a:buSzPts val="1800"/>
              <a:buFont typeface="Arial"/>
              <a:buChar char="•"/>
              <a:defRPr b="0" i="0" sz="1800" u="none" cap="none" strike="noStrike">
                <a:solidFill>
                  <a:schemeClr val="accent6"/>
                </a:solidFill>
                <a:latin typeface="EB Garamond"/>
                <a:ea typeface="EB Garamond"/>
                <a:cs typeface="EB Garamond"/>
                <a:sym typeface="EB Garamond"/>
              </a:defRPr>
            </a:lvl4pPr>
            <a:lvl5pPr indent="-342900" lvl="4" marL="2286000" marR="0" rtl="0" algn="l">
              <a:lnSpc>
                <a:spcPct val="100000"/>
              </a:lnSpc>
              <a:spcBef>
                <a:spcPts val="360"/>
              </a:spcBef>
              <a:spcAft>
                <a:spcPts val="0"/>
              </a:spcAft>
              <a:buClr>
                <a:schemeClr val="accent6"/>
              </a:buClr>
              <a:buSzPts val="1800"/>
              <a:buFont typeface="Arial"/>
              <a:buChar char="•"/>
              <a:defRPr b="0" i="0" sz="1800" u="none" cap="none" strike="noStrike">
                <a:solidFill>
                  <a:schemeClr val="accent6"/>
                </a:solidFill>
                <a:latin typeface="EB Garamond"/>
                <a:ea typeface="EB Garamond"/>
                <a:cs typeface="EB Garamond"/>
                <a:sym typeface="EB Garamo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EB Garamond"/>
                <a:ea typeface="EB Garamond"/>
                <a:cs typeface="EB Garamond"/>
                <a:sym typeface="EB Garamo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EB Garamond"/>
                <a:ea typeface="EB Garamond"/>
                <a:cs typeface="EB Garamond"/>
                <a:sym typeface="EB Garamo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EB Garamond"/>
                <a:ea typeface="EB Garamond"/>
                <a:cs typeface="EB Garamond"/>
                <a:sym typeface="EB Garamo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EB Garamond"/>
                <a:ea typeface="EB Garamond"/>
                <a:cs typeface="EB Garamond"/>
                <a:sym typeface="EB Garamond"/>
              </a:defRPr>
            </a:lvl9pPr>
          </a:lstStyle>
          <a:p/>
        </p:txBody>
      </p:sp>
      <p:sp>
        <p:nvSpPr>
          <p:cNvPr id="8" name="Google Shape;8;p11"/>
          <p:cNvSpPr txBox="1"/>
          <p:nvPr>
            <p:ph idx="11" type="ftr"/>
          </p:nvPr>
        </p:nvSpPr>
        <p:spPr>
          <a:xfrm>
            <a:off x="621792" y="457200"/>
            <a:ext cx="3200400" cy="274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accent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EB Garamond"/>
                <a:ea typeface="EB Garamond"/>
                <a:cs typeface="EB Garamond"/>
                <a:sym typeface="EB Garamond"/>
              </a:defRPr>
            </a:lvl9pPr>
          </a:lstStyle>
          <a:p/>
        </p:txBody>
      </p:sp>
      <p:sp>
        <p:nvSpPr>
          <p:cNvPr id="9" name="Google Shape;9;p11"/>
          <p:cNvSpPr txBox="1"/>
          <p:nvPr>
            <p:ph idx="12" type="sldNum"/>
          </p:nvPr>
        </p:nvSpPr>
        <p:spPr>
          <a:xfrm>
            <a:off x="10945368" y="457200"/>
            <a:ext cx="987600" cy="2742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chemeClr val="accent6"/>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rive.google.com/file/d/1xqvrMnhV_J4oJS-CLxpAUJ8pPCjs1gAA/view?usp=drive_lin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1" Type="http://schemas.openxmlformats.org/officeDocument/2006/relationships/hyperlink" Target="https://www.scirp.org/journal/paperinformation.aspx?paperid=68467" TargetMode="External"/><Relationship Id="rId10" Type="http://schemas.openxmlformats.org/officeDocument/2006/relationships/hyperlink" Target="https://link.springer.com/article/10.1007/s10773-022-05100-0" TargetMode="External"/><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arxiv.org/pdf/2203.00031.pdf" TargetMode="External"/><Relationship Id="rId4" Type="http://schemas.openxmlformats.org/officeDocument/2006/relationships/hyperlink" Target="https://www.nature.com/articles/s41598-022-22940-4" TargetMode="External"/><Relationship Id="rId9" Type="http://schemas.openxmlformats.org/officeDocument/2006/relationships/hyperlink" Target="https://repository.bracu.ac.bd/xmlui/handle/123456789/1209" TargetMode="External"/><Relationship Id="rId5" Type="http://schemas.openxmlformats.org/officeDocument/2006/relationships/hyperlink" Target="https://www.nature.com/articles/s41598-025-95897-9" TargetMode="External"/><Relationship Id="rId6" Type="http://schemas.openxmlformats.org/officeDocument/2006/relationships/hyperlink" Target="https://arxiv.org/pdf/2505.03378.pdf" TargetMode="External"/><Relationship Id="rId7" Type="http://schemas.openxmlformats.org/officeDocument/2006/relationships/hyperlink" Target="https://ieeexplore.ieee.org/document/10564586" TargetMode="External"/><Relationship Id="rId8" Type="http://schemas.openxmlformats.org/officeDocument/2006/relationships/hyperlink" Target="https://ieeexplore.ieee.org/document/938558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
          <p:cNvSpPr txBox="1"/>
          <p:nvPr>
            <p:ph idx="4294967295" type="subTitle"/>
          </p:nvPr>
        </p:nvSpPr>
        <p:spPr>
          <a:xfrm>
            <a:off x="428891" y="3400010"/>
            <a:ext cx="4499100" cy="87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6"/>
              </a:buClr>
              <a:buSzPts val="2000"/>
              <a:buFont typeface="Arial"/>
              <a:buNone/>
            </a:pPr>
            <a:r>
              <a:rPr b="1" i="0" lang="en-US" sz="2000" u="sng" cap="none" strike="noStrike">
                <a:solidFill>
                  <a:schemeClr val="accent6"/>
                </a:solidFill>
                <a:latin typeface="Times New Roman"/>
                <a:ea typeface="Times New Roman"/>
                <a:cs typeface="Times New Roman"/>
                <a:sym typeface="Times New Roman"/>
              </a:rPr>
              <a:t>Under the Guidance of:</a:t>
            </a:r>
            <a:endParaRPr b="0" i="0" sz="2800" u="none" cap="none" strike="noStrike">
              <a:solidFill>
                <a:schemeClr val="accent6"/>
              </a:solidFill>
              <a:latin typeface="EB Garamond"/>
              <a:ea typeface="EB Garamond"/>
              <a:cs typeface="EB Garamond"/>
              <a:sym typeface="EB Garamond"/>
            </a:endParaRPr>
          </a:p>
          <a:p>
            <a:pPr indent="0" lvl="0" marL="0" marR="0" rtl="0" algn="ctr">
              <a:lnSpc>
                <a:spcPct val="100000"/>
              </a:lnSpc>
              <a:spcBef>
                <a:spcPts val="360"/>
              </a:spcBef>
              <a:spcAft>
                <a:spcPts val="0"/>
              </a:spcAft>
              <a:buClr>
                <a:srgbClr val="FF0000"/>
              </a:buClr>
              <a:buSzPts val="2000"/>
              <a:buFont typeface="Arial"/>
              <a:buNone/>
            </a:pPr>
            <a:r>
              <a:rPr b="1" i="0" lang="en-US" sz="2000" u="none" cap="none" strike="noStrike">
                <a:solidFill>
                  <a:srgbClr val="FF0000"/>
                </a:solidFill>
                <a:latin typeface="Times New Roman"/>
                <a:ea typeface="Times New Roman"/>
                <a:cs typeface="Times New Roman"/>
                <a:sym typeface="Times New Roman"/>
              </a:rPr>
              <a:t>Dr. T. Satyanarayana Murty</a:t>
            </a:r>
            <a:endParaRPr b="1" i="0" sz="20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360"/>
              </a:spcBef>
              <a:spcAft>
                <a:spcPts val="0"/>
              </a:spcAft>
              <a:buClr>
                <a:schemeClr val="accent6"/>
              </a:buClr>
              <a:buSzPts val="2000"/>
              <a:buFont typeface="Arial"/>
              <a:buNone/>
            </a:pPr>
            <a:r>
              <a:rPr b="0" i="0" lang="en-US" sz="2000" u="none" cap="none" strike="noStrike">
                <a:solidFill>
                  <a:schemeClr val="accent6"/>
                </a:solidFill>
                <a:latin typeface="Times New Roman"/>
                <a:ea typeface="Times New Roman"/>
                <a:cs typeface="Times New Roman"/>
                <a:sym typeface="Times New Roman"/>
              </a:rPr>
              <a:t>Associate Professor, IT, CBIT</a:t>
            </a:r>
            <a:endParaRPr b="0" i="0" sz="2000" u="none" cap="none" strike="noStrike">
              <a:solidFill>
                <a:schemeClr val="accent6"/>
              </a:solidFill>
              <a:latin typeface="Times New Roman"/>
              <a:ea typeface="Times New Roman"/>
              <a:cs typeface="Times New Roman"/>
              <a:sym typeface="Times New Roman"/>
            </a:endParaRPr>
          </a:p>
        </p:txBody>
      </p:sp>
      <p:sp>
        <p:nvSpPr>
          <p:cNvPr id="272" name="Google Shape;272;p1"/>
          <p:cNvSpPr txBox="1"/>
          <p:nvPr>
            <p:ph idx="4294967295" type="ctrTitle"/>
          </p:nvPr>
        </p:nvSpPr>
        <p:spPr>
          <a:xfrm>
            <a:off x="366991" y="1022691"/>
            <a:ext cx="10735200" cy="1377600"/>
          </a:xfrm>
          <a:prstGeom prst="rect">
            <a:avLst/>
          </a:prstGeom>
          <a:noFill/>
          <a:ln>
            <a:noFill/>
          </a:ln>
        </p:spPr>
        <p:txBody>
          <a:bodyPr anchorCtr="0" anchor="b" bIns="45700" lIns="91425" spcFirstLastPara="1" rIns="91425" wrap="square" tIns="45700">
            <a:noAutofit/>
          </a:bodyPr>
          <a:lstStyle/>
          <a:p>
            <a:pPr indent="0" lvl="0" marL="0" marR="0" rtl="0" algn="ctr">
              <a:lnSpc>
                <a:spcPct val="162500"/>
              </a:lnSpc>
              <a:spcBef>
                <a:spcPts val="0"/>
              </a:spcBef>
              <a:spcAft>
                <a:spcPts val="0"/>
              </a:spcAft>
              <a:buClr>
                <a:schemeClr val="accent6"/>
              </a:buClr>
              <a:buSzPts val="3000"/>
              <a:buFont typeface="Arial Black"/>
              <a:buNone/>
            </a:pPr>
            <a:r>
              <a:rPr b="1" i="1" lang="en-US" sz="3000" u="none" cap="none" strike="noStrike">
                <a:solidFill>
                  <a:srgbClr val="FF0000"/>
                </a:solidFill>
                <a:latin typeface="Times New Roman"/>
                <a:ea typeface="Times New Roman"/>
                <a:cs typeface="Times New Roman"/>
                <a:sym typeface="Times New Roman"/>
              </a:rPr>
              <a:t>A HYBRID ENSEMBLE ANTI-NOISE QUANTUM SUPPORT VECTOR MACHINE(QSVM) ROBUST CLASSIFICATION</a:t>
            </a:r>
            <a:endParaRPr b="1" i="1" sz="3000" u="none" cap="none" strike="noStrike">
              <a:solidFill>
                <a:srgbClr val="FF0000"/>
              </a:solidFill>
              <a:latin typeface="Times New Roman"/>
              <a:ea typeface="Times New Roman"/>
              <a:cs typeface="Times New Roman"/>
              <a:sym typeface="Times New Roman"/>
            </a:endParaRPr>
          </a:p>
        </p:txBody>
      </p:sp>
      <p:sp>
        <p:nvSpPr>
          <p:cNvPr id="273" name="Google Shape;273;p1"/>
          <p:cNvSpPr txBox="1"/>
          <p:nvPr/>
        </p:nvSpPr>
        <p:spPr>
          <a:xfrm>
            <a:off x="6834263" y="4649250"/>
            <a:ext cx="4329600" cy="879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6"/>
              </a:buClr>
              <a:buSzPts val="2000"/>
              <a:buFont typeface="Arial"/>
              <a:buNone/>
            </a:pPr>
            <a:r>
              <a:rPr b="1" i="1" lang="en-US" sz="2000" u="sng" cap="none" strike="noStrike">
                <a:solidFill>
                  <a:schemeClr val="accent6"/>
                </a:solidFill>
                <a:latin typeface="Times New Roman"/>
                <a:ea typeface="Times New Roman"/>
                <a:cs typeface="Times New Roman"/>
                <a:sym typeface="Times New Roman"/>
              </a:rPr>
              <a:t>Presented by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360"/>
              </a:spcBef>
              <a:spcAft>
                <a:spcPts val="0"/>
              </a:spcAft>
              <a:buClr>
                <a:srgbClr val="FF0000"/>
              </a:buClr>
              <a:buSzPts val="1800"/>
              <a:buFont typeface="Arial"/>
              <a:buNone/>
            </a:pPr>
            <a:r>
              <a:rPr b="1" i="1" lang="en-US" sz="1800" u="none" cap="none" strike="noStrike">
                <a:solidFill>
                  <a:srgbClr val="FF0000"/>
                </a:solidFill>
                <a:latin typeface="Times New Roman"/>
                <a:ea typeface="Times New Roman"/>
                <a:cs typeface="Times New Roman"/>
                <a:sym typeface="Times New Roman"/>
              </a:rPr>
              <a:t>A. Nithisha, 160122737071</a:t>
            </a:r>
            <a:endParaRPr b="1" i="1" sz="1800" u="none" cap="none" strike="noStrike">
              <a:solidFill>
                <a:srgbClr val="FF0000"/>
              </a:solidFill>
              <a:latin typeface="Times New Roman"/>
              <a:ea typeface="Times New Roman"/>
              <a:cs typeface="Times New Roman"/>
              <a:sym typeface="Times New Roman"/>
            </a:endParaRPr>
          </a:p>
          <a:p>
            <a:pPr indent="0" lvl="0" marL="0" marR="0" rtl="0" algn="r">
              <a:lnSpc>
                <a:spcPct val="100000"/>
              </a:lnSpc>
              <a:spcBef>
                <a:spcPts val="360"/>
              </a:spcBef>
              <a:spcAft>
                <a:spcPts val="0"/>
              </a:spcAft>
              <a:buClr>
                <a:srgbClr val="FF0000"/>
              </a:buClr>
              <a:buSzPts val="1800"/>
              <a:buFont typeface="Arial"/>
              <a:buNone/>
            </a:pPr>
            <a:r>
              <a:rPr b="1" i="1" lang="en-US" sz="1800" u="none" cap="none" strike="noStrike">
                <a:solidFill>
                  <a:srgbClr val="FF0000"/>
                </a:solidFill>
                <a:latin typeface="Times New Roman"/>
                <a:ea typeface="Times New Roman"/>
                <a:cs typeface="Times New Roman"/>
                <a:sym typeface="Times New Roman"/>
              </a:rPr>
              <a:t>K. Varshitha, 160122737078</a:t>
            </a:r>
            <a:endParaRPr b="1" i="1" sz="1800" u="none" cap="none" strike="noStrike">
              <a:solidFill>
                <a:srgbClr val="FF0000"/>
              </a:solidFill>
              <a:latin typeface="Times New Roman"/>
              <a:ea typeface="Times New Roman"/>
              <a:cs typeface="Times New Roman"/>
              <a:sym typeface="Times New Roman"/>
            </a:endParaRPr>
          </a:p>
          <a:p>
            <a:pPr indent="0" lvl="0" marL="0" marR="0" rtl="0" algn="r">
              <a:lnSpc>
                <a:spcPct val="100000"/>
              </a:lnSpc>
              <a:spcBef>
                <a:spcPts val="360"/>
              </a:spcBef>
              <a:spcAft>
                <a:spcPts val="0"/>
              </a:spcAft>
              <a:buClr>
                <a:srgbClr val="FF0000"/>
              </a:buClr>
              <a:buSzPts val="1800"/>
              <a:buFont typeface="Arial"/>
              <a:buNone/>
            </a:pPr>
            <a:r>
              <a:t/>
            </a:r>
            <a:endParaRPr b="1" i="1" sz="1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360"/>
              </a:spcBef>
              <a:spcAft>
                <a:spcPts val="0"/>
              </a:spcAft>
              <a:buClr>
                <a:schemeClr val="accent6"/>
              </a:buClr>
              <a:buSzPts val="2400"/>
              <a:buFont typeface="Arial"/>
              <a:buNone/>
            </a:pPr>
            <a:r>
              <a:t/>
            </a:r>
            <a:endParaRPr b="1" i="1" sz="2400" u="none" cap="none" strike="noStrike">
              <a:solidFill>
                <a:schemeClr val="accent6"/>
              </a:solidFill>
              <a:latin typeface="Times New Roman"/>
              <a:ea typeface="Times New Roman"/>
              <a:cs typeface="Times New Roman"/>
              <a:sym typeface="Times New Roman"/>
            </a:endParaRPr>
          </a:p>
        </p:txBody>
      </p:sp>
      <p:sp>
        <p:nvSpPr>
          <p:cNvPr id="274" name="Google Shape;274;p1"/>
          <p:cNvSpPr txBox="1"/>
          <p:nvPr/>
        </p:nvSpPr>
        <p:spPr>
          <a:xfrm>
            <a:off x="4369098" y="2609325"/>
            <a:ext cx="40431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EB Garamond"/>
                <a:ea typeface="EB Garamond"/>
                <a:cs typeface="EB Garamond"/>
                <a:sym typeface="EB Garamond"/>
              </a:rPr>
              <a:t>(Batch No:CBIT/IT/2025-26/IT</a:t>
            </a:r>
            <a:r>
              <a:rPr b="1" lang="en-US" sz="1800">
                <a:solidFill>
                  <a:schemeClr val="dk1"/>
                </a:solidFill>
                <a:latin typeface="EB Garamond"/>
                <a:ea typeface="EB Garamond"/>
                <a:cs typeface="EB Garamond"/>
                <a:sym typeface="EB Garamond"/>
              </a:rPr>
              <a:t>2/</a:t>
            </a:r>
            <a:r>
              <a:rPr b="1" i="0" lang="en-US" sz="1800" u="none" cap="none" strike="noStrike">
                <a:solidFill>
                  <a:schemeClr val="dk1"/>
                </a:solidFill>
                <a:latin typeface="EB Garamond"/>
                <a:ea typeface="EB Garamond"/>
                <a:cs typeface="EB Garamond"/>
                <a:sym typeface="EB Garamond"/>
              </a:rPr>
              <a:t>201)</a:t>
            </a:r>
            <a:endParaRPr b="1" i="0" sz="1800" u="none" cap="none" strike="noStrike">
              <a:solidFill>
                <a:schemeClr val="dk1"/>
              </a:solidFill>
              <a:latin typeface="EB Garamond"/>
              <a:ea typeface="EB Garamond"/>
              <a:cs typeface="EB Garamond"/>
              <a:sym typeface="EB 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
          <p:cNvSpPr txBox="1"/>
          <p:nvPr>
            <p:ph type="title"/>
          </p:nvPr>
        </p:nvSpPr>
        <p:spPr>
          <a:xfrm>
            <a:off x="1499616" y="1901952"/>
            <a:ext cx="5693700" cy="768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BB2529"/>
              </a:buClr>
              <a:buSzPts val="4400"/>
              <a:buFont typeface="Arial Black"/>
              <a:buNone/>
            </a:pPr>
            <a:r>
              <a:rPr b="1" lang="en-US" sz="4400">
                <a:solidFill>
                  <a:srgbClr val="BB2529"/>
                </a:solidFill>
                <a:latin typeface="Arial Black"/>
                <a:ea typeface="Arial Black"/>
                <a:cs typeface="Arial Black"/>
                <a:sym typeface="Arial Black"/>
              </a:rPr>
              <a:t>AGENDA</a:t>
            </a:r>
            <a:endParaRPr b="1" sz="4400">
              <a:solidFill>
                <a:srgbClr val="BB2529"/>
              </a:solidFill>
              <a:latin typeface="Arial Black"/>
              <a:ea typeface="Arial Black"/>
              <a:cs typeface="Arial Black"/>
              <a:sym typeface="Arial Black"/>
            </a:endParaRPr>
          </a:p>
        </p:txBody>
      </p:sp>
      <p:sp>
        <p:nvSpPr>
          <p:cNvPr id="280" name="Google Shape;280;p2"/>
          <p:cNvSpPr txBox="1"/>
          <p:nvPr>
            <p:ph idx="1" type="body"/>
          </p:nvPr>
        </p:nvSpPr>
        <p:spPr>
          <a:xfrm>
            <a:off x="1499616" y="2770632"/>
            <a:ext cx="5693700" cy="3122100"/>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150000"/>
              </a:lnSpc>
              <a:spcBef>
                <a:spcPts val="0"/>
              </a:spcBef>
              <a:spcAft>
                <a:spcPts val="0"/>
              </a:spcAft>
              <a:buClr>
                <a:schemeClr val="accent6"/>
              </a:buClr>
              <a:buSzPct val="100000"/>
              <a:buFont typeface="Noto Sans Symbols"/>
              <a:buChar char="▪"/>
            </a:pPr>
            <a:r>
              <a:rPr i="1" lang="en-US"/>
              <a:t>Abstract</a:t>
            </a:r>
            <a:endParaRPr/>
          </a:p>
          <a:p>
            <a:pPr indent="-342900" lvl="0" marL="342900" rtl="0" algn="l">
              <a:lnSpc>
                <a:spcPct val="150000"/>
              </a:lnSpc>
              <a:spcBef>
                <a:spcPts val="0"/>
              </a:spcBef>
              <a:spcAft>
                <a:spcPts val="0"/>
              </a:spcAft>
              <a:buClr>
                <a:schemeClr val="accent6"/>
              </a:buClr>
              <a:buSzPct val="100000"/>
              <a:buFont typeface="Noto Sans Symbols"/>
              <a:buChar char="▪"/>
            </a:pPr>
            <a:r>
              <a:rPr i="1" lang="en-US"/>
              <a:t>Project Objective &amp; plan</a:t>
            </a:r>
            <a:endParaRPr i="1"/>
          </a:p>
          <a:p>
            <a:pPr indent="-342900" lvl="0" marL="342900" rtl="0" algn="l">
              <a:lnSpc>
                <a:spcPct val="150000"/>
              </a:lnSpc>
              <a:spcBef>
                <a:spcPts val="0"/>
              </a:spcBef>
              <a:spcAft>
                <a:spcPts val="0"/>
              </a:spcAft>
              <a:buClr>
                <a:schemeClr val="accent6"/>
              </a:buClr>
              <a:buSzPct val="100000"/>
              <a:buFont typeface="Noto Sans Symbols"/>
              <a:buChar char="▪"/>
            </a:pPr>
            <a:r>
              <a:rPr i="1" lang="en-US"/>
              <a:t>​Literature Review</a:t>
            </a:r>
            <a:endParaRPr i="1"/>
          </a:p>
          <a:p>
            <a:pPr indent="-342900" lvl="0" marL="342900" rtl="0" algn="l">
              <a:lnSpc>
                <a:spcPct val="150000"/>
              </a:lnSpc>
              <a:spcBef>
                <a:spcPts val="0"/>
              </a:spcBef>
              <a:spcAft>
                <a:spcPts val="0"/>
              </a:spcAft>
              <a:buClr>
                <a:schemeClr val="accent6"/>
              </a:buClr>
              <a:buSzPct val="100000"/>
              <a:buFont typeface="Noto Sans Symbols"/>
              <a:buChar char="▪"/>
            </a:pPr>
            <a:r>
              <a:rPr i="1" lang="en-US"/>
              <a:t>System Architecture</a:t>
            </a:r>
            <a:endParaRPr/>
          </a:p>
          <a:p>
            <a:pPr indent="-342900" lvl="0" marL="342900" rtl="0" algn="l">
              <a:lnSpc>
                <a:spcPct val="150000"/>
              </a:lnSpc>
              <a:spcBef>
                <a:spcPts val="0"/>
              </a:spcBef>
              <a:spcAft>
                <a:spcPts val="0"/>
              </a:spcAft>
              <a:buClr>
                <a:schemeClr val="accent6"/>
              </a:buClr>
              <a:buSzPct val="100000"/>
              <a:buFont typeface="Noto Sans Symbols"/>
              <a:buChar char="▪"/>
            </a:pPr>
            <a:r>
              <a:rPr i="1" lang="en-US"/>
              <a:t>Project Requisites</a:t>
            </a:r>
            <a:endParaRPr i="1"/>
          </a:p>
          <a:p>
            <a:pPr indent="-342900" lvl="0" marL="342900" rtl="0" algn="l">
              <a:lnSpc>
                <a:spcPct val="150000"/>
              </a:lnSpc>
              <a:spcBef>
                <a:spcPts val="0"/>
              </a:spcBef>
              <a:spcAft>
                <a:spcPts val="0"/>
              </a:spcAft>
              <a:buClr>
                <a:schemeClr val="accent6"/>
              </a:buClr>
              <a:buSzPct val="100000"/>
              <a:buFont typeface="Noto Sans Symbols"/>
              <a:buChar char="▪"/>
            </a:pPr>
            <a:r>
              <a:rPr i="1" lang="en-US"/>
              <a:t>​Summary</a:t>
            </a:r>
            <a:endParaRPr i="1"/>
          </a:p>
          <a:p>
            <a:pPr indent="-201930" lvl="0" marL="342900" rtl="0" algn="l">
              <a:lnSpc>
                <a:spcPct val="150000"/>
              </a:lnSpc>
              <a:spcBef>
                <a:spcPts val="0"/>
              </a:spcBef>
              <a:spcAft>
                <a:spcPts val="0"/>
              </a:spcAft>
              <a:buClr>
                <a:schemeClr val="accent6"/>
              </a:buClr>
              <a:buSzPct val="100000"/>
              <a:buFont typeface="Noto Sans Symbols"/>
              <a:buNone/>
            </a:pPr>
            <a:r>
              <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
          <p:cNvSpPr txBox="1"/>
          <p:nvPr>
            <p:ph type="title"/>
          </p:nvPr>
        </p:nvSpPr>
        <p:spPr>
          <a:xfrm>
            <a:off x="1979906" y="114909"/>
            <a:ext cx="5693700" cy="768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BB2529"/>
              </a:buClr>
              <a:buSzPts val="4400"/>
              <a:buFont typeface="Arial Black"/>
              <a:buNone/>
            </a:pPr>
            <a:r>
              <a:rPr lang="en-US" cap="none">
                <a:solidFill>
                  <a:srgbClr val="BB2529"/>
                </a:solidFill>
              </a:rPr>
              <a:t>Abstract</a:t>
            </a:r>
            <a:endParaRPr cap="none">
              <a:solidFill>
                <a:srgbClr val="BB2529"/>
              </a:solidFill>
            </a:endParaRPr>
          </a:p>
        </p:txBody>
      </p:sp>
      <p:sp>
        <p:nvSpPr>
          <p:cNvPr id="286" name="Google Shape;286;p3"/>
          <p:cNvSpPr txBox="1"/>
          <p:nvPr>
            <p:ph idx="1" type="body"/>
          </p:nvPr>
        </p:nvSpPr>
        <p:spPr>
          <a:xfrm>
            <a:off x="280414" y="964927"/>
            <a:ext cx="10721883" cy="52233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SzPts val="1400"/>
              <a:buNone/>
            </a:pPr>
            <a:r>
              <a:rPr lang="en-US" sz="1400"/>
              <a:t>                     Noisy data is pervasive in quantum computing and severely degrades the performance of many algorithms. Existing quantum support vector machines (QSVMs) lack inherent noise resilience and struggle to learn accurate hyperplane parameters under noisy conditions. To address this limitation, we propose an Anti-Noise QSVM that embeds a sample-specific weight factor into the hinge loss to construct a noise-robust objective. An iterative optimization strategy and tailored quantum circuit are then employed to solve this objective and obtain the separating hyperplane. Experiments on synthetic and public datasets demonstrate that the proposed algorithm achieves efficient computation and consistently stable accuracy in the presence of noise</a:t>
            </a:r>
            <a:endParaRPr/>
          </a:p>
          <a:p>
            <a:pPr indent="0" lvl="0" marL="0" rtl="0" algn="just">
              <a:lnSpc>
                <a:spcPct val="150000"/>
              </a:lnSpc>
              <a:spcBef>
                <a:spcPts val="0"/>
              </a:spcBef>
              <a:spcAft>
                <a:spcPts val="0"/>
              </a:spcAft>
              <a:buSzPts val="1400"/>
              <a:buNone/>
            </a:pPr>
            <a:r>
              <a:rPr lang="en-US" sz="1400"/>
              <a:t>                       In this project, we propose a hybrid ensemble Anti-Noise Quantum Support Vector Machine, a quantum–classical framework aimed at robust and scalable classification in noisy environments. The method integrates neural network–based feature extraction to generate noise-resilient representations, an Anti-Noise QSVM that incorporates weighted hinge loss to reduce the influence of noisy samples while leveraging quantum speedup, and an ensemble voting mechanism that combines the Anti-Noise QSVM with multiple classical classifiers to enhance generalization. The approach will be evaluated on large-scale real-world datasets, including image, biomedical, and network intrusion data, using Qiskit’s statevector and noisy simulators to approximate hardware imperfections. Multiple noise types, such as Gaussian, impulse, and label noise, will also be considered to assess robustness. The expected outcome is improved accuracy, stability under diverse noise conditions, and scalability compared to existing QSVMs, classical SVMs, and deep neural networks, providing a promising step toward practical quantum–classical machine learning</a:t>
            </a:r>
            <a:endParaRPr sz="1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
          <p:cNvSpPr txBox="1"/>
          <p:nvPr>
            <p:ph idx="1" type="body"/>
          </p:nvPr>
        </p:nvSpPr>
        <p:spPr>
          <a:xfrm>
            <a:off x="3789769" y="852129"/>
            <a:ext cx="7818600" cy="3660877"/>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200000"/>
              </a:lnSpc>
              <a:spcBef>
                <a:spcPts val="0"/>
              </a:spcBef>
              <a:spcAft>
                <a:spcPts val="0"/>
              </a:spcAft>
              <a:buClr>
                <a:srgbClr val="BB2529"/>
              </a:buClr>
              <a:buSzPts val="2800"/>
              <a:buNone/>
            </a:pPr>
            <a:r>
              <a:rPr b="1" lang="en-US" sz="2800">
                <a:solidFill>
                  <a:srgbClr val="BB2529"/>
                </a:solidFill>
              </a:rPr>
              <a:t>Project Objectives &amp; Plan</a:t>
            </a:r>
            <a:endParaRPr b="1" sz="2800">
              <a:solidFill>
                <a:srgbClr val="BB2529"/>
              </a:solidFill>
            </a:endParaRPr>
          </a:p>
          <a:p>
            <a:pPr indent="-347472" lvl="1" marL="685800" rtl="0" algn="just">
              <a:lnSpc>
                <a:spcPct val="200000"/>
              </a:lnSpc>
              <a:spcBef>
                <a:spcPts val="360"/>
              </a:spcBef>
              <a:spcAft>
                <a:spcPts val="0"/>
              </a:spcAft>
              <a:buSzPts val="1500"/>
              <a:buFont typeface="Arial Black"/>
              <a:buAutoNum type="arabicPeriod"/>
            </a:pPr>
            <a:r>
              <a:rPr lang="en-US"/>
              <a:t>Developing a hybrid quantum-classical model integrating neural networks, Anti-Noise QSVM, and ensemble learning for robust classification under noise.</a:t>
            </a:r>
            <a:endParaRPr/>
          </a:p>
          <a:p>
            <a:pPr indent="-347472" lvl="1" marL="685800" rtl="0" algn="just">
              <a:lnSpc>
                <a:spcPct val="200000"/>
              </a:lnSpc>
              <a:spcBef>
                <a:spcPts val="360"/>
              </a:spcBef>
              <a:spcAft>
                <a:spcPts val="0"/>
              </a:spcAft>
              <a:buSzPts val="1500"/>
              <a:buFont typeface="Arial Black"/>
              <a:buAutoNum type="arabicPeriod"/>
            </a:pPr>
            <a:r>
              <a:rPr lang="en-US"/>
              <a:t>Designing a noise-resilient framework capable of handling multiple noise types (label, feature, quantum hardware noise) for stable and accurate decisions.</a:t>
            </a:r>
            <a:endParaRPr/>
          </a:p>
          <a:p>
            <a:pPr indent="-347472" lvl="1" marL="685800" rtl="0" algn="just">
              <a:lnSpc>
                <a:spcPct val="200000"/>
              </a:lnSpc>
              <a:spcBef>
                <a:spcPts val="360"/>
              </a:spcBef>
              <a:spcAft>
                <a:spcPts val="0"/>
              </a:spcAft>
              <a:buSzPts val="1500"/>
              <a:buFont typeface="Arial Black"/>
              <a:buAutoNum type="arabicPeriod"/>
            </a:pPr>
            <a:r>
              <a:rPr lang="en-US"/>
              <a:t> Evaluating the model on benchmarks and comparing to classical and other QSVMs for scalability and robustness.</a:t>
            </a:r>
            <a:endParaRPr/>
          </a:p>
          <a:p>
            <a:pPr indent="0" lvl="0" marL="0" rtl="0" algn="just">
              <a:lnSpc>
                <a:spcPct val="200000"/>
              </a:lnSpc>
              <a:spcBef>
                <a:spcPts val="360"/>
              </a:spcBef>
              <a:spcAft>
                <a:spcPts val="0"/>
              </a:spcAft>
              <a:buClr>
                <a:schemeClr val="accent6"/>
              </a:buClr>
              <a:buSzPts val="1500"/>
              <a:buNone/>
            </a:pPr>
            <a:r>
              <a:t/>
            </a:r>
            <a:endParaRPr/>
          </a:p>
        </p:txBody>
      </p:sp>
      <p:graphicFrame>
        <p:nvGraphicFramePr>
          <p:cNvPr id="292" name="Google Shape;292;p4"/>
          <p:cNvGraphicFramePr/>
          <p:nvPr/>
        </p:nvGraphicFramePr>
        <p:xfrm>
          <a:off x="3789769" y="4513006"/>
          <a:ext cx="3000000" cy="3000000"/>
        </p:xfrm>
        <a:graphic>
          <a:graphicData uri="http://schemas.openxmlformats.org/drawingml/2006/table">
            <a:tbl>
              <a:tblPr bandRow="1" firstRow="1">
                <a:noFill/>
                <a:tableStyleId>{325F8FDD-1D67-4E13-9120-13680D17CAF7}</a:tableStyleId>
              </a:tblPr>
              <a:tblGrid>
                <a:gridCol w="3547350"/>
                <a:gridCol w="1976275"/>
                <a:gridCol w="2616450"/>
              </a:tblGrid>
              <a:tr h="3336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rPr>
                        <a:t>Task</a:t>
                      </a:r>
                      <a:endParaRPr sz="1800" u="none" cap="none" strike="noStrike">
                        <a:solidFill>
                          <a:srgbClr val="000000"/>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rPr>
                        <a:t>Duration</a:t>
                      </a:r>
                      <a:endParaRPr sz="1800" u="none" cap="none" strike="noStrike">
                        <a:solidFill>
                          <a:srgbClr val="000000"/>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00"/>
                          </a:solidFill>
                        </a:rPr>
                        <a:t>Remarks</a:t>
                      </a:r>
                      <a:endParaRPr sz="1800" u="none" cap="none" strike="noStrike">
                        <a:solidFill>
                          <a:srgbClr val="000000"/>
                        </a:solidFill>
                      </a:endParaRPr>
                    </a:p>
                  </a:txBody>
                  <a:tcPr marT="45725" marB="45725" marR="91450" marL="91450"/>
                </a:tc>
              </a:tr>
              <a:tr h="651925">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EB Garamond"/>
                          <a:ea typeface="EB Garamond"/>
                          <a:cs typeface="EB Garamond"/>
                          <a:sym typeface="EB Garamond"/>
                        </a:rPr>
                        <a:t>Literature review and requirement analysis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1-2 weeks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EB Garamond"/>
                          <a:ea typeface="EB Garamond"/>
                          <a:cs typeface="EB Garamond"/>
                          <a:sym typeface="EB Garamond"/>
                        </a:rPr>
                        <a:t>Study related QSVM models, noise issues, and datasets</a:t>
                      </a:r>
                      <a:endParaRPr sz="1800" u="none" cap="none" strike="noStrike"/>
                    </a:p>
                  </a:txBody>
                  <a:tcPr marT="45725" marB="45725" marR="91450" marL="91450"/>
                </a:tc>
              </a:tr>
              <a:tr h="651925">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EB Garamond"/>
                          <a:ea typeface="EB Garamond"/>
                          <a:cs typeface="EB Garamond"/>
                          <a:sym typeface="EB Garamond"/>
                        </a:rPr>
                        <a:t>Dataset selection and preprocessing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 week</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EB Garamond"/>
                          <a:ea typeface="EB Garamond"/>
                          <a:cs typeface="EB Garamond"/>
                          <a:sym typeface="EB Garamond"/>
                        </a:rPr>
                        <a:t>Choose benchmark datasets, add noise types, data cleaning</a:t>
                      </a:r>
                      <a:endParaRPr sz="1800" u="none" cap="none" strike="noStrike"/>
                    </a:p>
                  </a:txBody>
                  <a:tcPr marT="45725" marB="45725" marR="91450" marL="91450"/>
                </a:tc>
              </a:tr>
              <a:tr h="46180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EB Garamond"/>
                          <a:ea typeface="EB Garamond"/>
                          <a:cs typeface="EB Garamond"/>
                          <a:sym typeface="EB Garamond"/>
                        </a:rPr>
                        <a:t>Design neural network feature extraction module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1-2 weeks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EB Garamond"/>
                          <a:ea typeface="EB Garamond"/>
                          <a:cs typeface="EB Garamond"/>
                          <a:sym typeface="EB Garamond"/>
                        </a:rPr>
                        <a:t>Develop and validate noise-resilient feature extraction</a:t>
                      </a:r>
                      <a:endParaRPr sz="1800" u="none" cap="none" strike="noStrike"/>
                    </a:p>
                  </a:txBody>
                  <a:tcPr marT="45725" marB="45725" marR="91450" marL="91450"/>
                </a:tc>
              </a:tr>
              <a:tr h="651925">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EB Garamond"/>
                          <a:ea typeface="EB Garamond"/>
                          <a:cs typeface="EB Garamond"/>
                          <a:sym typeface="EB Garamond"/>
                        </a:rPr>
                        <a:t>Develop Anti-Noise QSVM algorithm</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 weeks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EB Garamond"/>
                          <a:ea typeface="EB Garamond"/>
                          <a:cs typeface="EB Garamond"/>
                          <a:sym typeface="EB Garamond"/>
                        </a:rPr>
                        <a:t>Implement weighted hinge loss and iterative optimization</a:t>
                      </a:r>
                      <a:endParaRPr sz="1800" u="none" cap="none" strike="noStrike"/>
                    </a:p>
                  </a:txBody>
                  <a:tcPr marT="45725" marB="45725" marR="91450" marL="91450"/>
                </a:tc>
              </a:tr>
            </a:tbl>
          </a:graphicData>
        </a:graphic>
      </p:graphicFrame>
      <p:sp>
        <p:nvSpPr>
          <p:cNvPr id="293" name="Google Shape;293;p4"/>
          <p:cNvSpPr txBox="1"/>
          <p:nvPr/>
        </p:nvSpPr>
        <p:spPr>
          <a:xfrm>
            <a:off x="312248" y="1560647"/>
            <a:ext cx="2955600" cy="252372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sng" cap="none" strike="noStrike">
                <a:solidFill>
                  <a:srgbClr val="BB2529"/>
                </a:solidFill>
                <a:latin typeface="EB Garamond"/>
                <a:ea typeface="EB Garamond"/>
                <a:cs typeface="EB Garamond"/>
                <a:sym typeface="EB Garamond"/>
              </a:rPr>
              <a:t>Problem Statement</a:t>
            </a:r>
            <a:endParaRPr/>
          </a:p>
          <a:p>
            <a:pPr indent="0" lvl="0" marL="0" marR="0" rtl="0" algn="just">
              <a:lnSpc>
                <a:spcPct val="100000"/>
              </a:lnSpc>
              <a:spcBef>
                <a:spcPts val="0"/>
              </a:spcBef>
              <a:spcAft>
                <a:spcPts val="0"/>
              </a:spcAft>
              <a:buNone/>
            </a:pPr>
            <a:r>
              <a:rPr b="0" i="0" lang="en-US" sz="1400" u="none" cap="none" strike="noStrike">
                <a:solidFill>
                  <a:srgbClr val="2A599E"/>
                </a:solidFill>
                <a:latin typeface="Times New Roman"/>
                <a:ea typeface="Times New Roman"/>
                <a:cs typeface="Times New Roman"/>
                <a:sym typeface="Times New Roman"/>
              </a:rPr>
              <a:t>Quantum support vector machines (QSVMs) promise faster classification using quantum principles but suffer from performance drops in noisy environments. To address this, a robust QSVM framework with noise-resilient objective functions and sample-weighting strategies is needed to enhance stability and accuracy while retaining quantum advantages</a:t>
            </a:r>
            <a:endParaRPr b="0" i="0" sz="1400" u="none" cap="none" strike="noStrike">
              <a:solidFill>
                <a:srgbClr val="2A599E"/>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
          <p:cNvSpPr txBox="1"/>
          <p:nvPr>
            <p:ph idx="1" type="body"/>
          </p:nvPr>
        </p:nvSpPr>
        <p:spPr>
          <a:xfrm>
            <a:off x="280414" y="964927"/>
            <a:ext cx="11588400" cy="5223300"/>
          </a:xfrm>
          <a:prstGeom prst="rect">
            <a:avLst/>
          </a:prstGeom>
          <a:solidFill>
            <a:schemeClr val="lt1"/>
          </a:solidFill>
          <a:ln>
            <a:noFill/>
          </a:ln>
        </p:spPr>
        <p:txBody>
          <a:bodyPr anchorCtr="0" anchor="t" bIns="45700" lIns="91425" spcFirstLastPara="1" rIns="91425" wrap="square" tIns="45700">
            <a:noAutofit/>
          </a:bodyPr>
          <a:lstStyle/>
          <a:p>
            <a:pPr indent="-228600" lvl="0" marL="457200" rtl="0" algn="just">
              <a:lnSpc>
                <a:spcPct val="100000"/>
              </a:lnSpc>
              <a:spcBef>
                <a:spcPts val="360"/>
              </a:spcBef>
              <a:spcAft>
                <a:spcPts val="0"/>
              </a:spcAft>
              <a:buSzPts val="1500"/>
              <a:buNone/>
            </a:pPr>
            <a:r>
              <a:rPr lang="en-US" sz="1400">
                <a:latin typeface="Times New Roman"/>
                <a:ea typeface="Times New Roman"/>
                <a:cs typeface="Times New Roman"/>
                <a:sym typeface="Times New Roman"/>
              </a:rPr>
              <a:t>     Quantum Support Vector Machines (QSVMs) have emerged as a promising extension of classical SVM algorithms by leveraging quantum computing’s ability to process high-dimensional data efficiently. However, despite theoretical speedups and potential advantages, practical applications of QSVMs are hindered by noise—both from quantum hardware imperfections and noisy input data. Gentinetta et al. rigorously analyzed the training complexity of QSVMs under noisy conditions, showing that statistical uncertainties in quantum kernel evaluations increase the number of required quantum circuit executions significantly, posing a major challenge for scalability. This foundational work highlights the pressing need for noise-robust QSVM models to realize quantum advantages on real hardware.</a:t>
            </a:r>
            <a:endParaRPr/>
          </a:p>
          <a:p>
            <a:pPr indent="-228600" lvl="0" marL="457200" rtl="0" algn="just">
              <a:lnSpc>
                <a:spcPct val="100000"/>
              </a:lnSpc>
              <a:spcBef>
                <a:spcPts val="360"/>
              </a:spcBef>
              <a:spcAft>
                <a:spcPts val="0"/>
              </a:spcAft>
              <a:buSzPts val="1500"/>
              <a:buNone/>
            </a:pPr>
            <a:r>
              <a:rPr lang="en-US" sz="1400">
                <a:latin typeface="Times New Roman"/>
                <a:ea typeface="Times New Roman"/>
                <a:cs typeface="Times New Roman"/>
                <a:sym typeface="Times New Roman"/>
              </a:rPr>
              <a:t>     Building on these challenges, research on noise-robust optimization techniques and hybrid quantum-classical learning frameworks has gained momentum. Studies like those by Ishiyama et al. and Berberich et al. propose parameter optimization methods robust to the stochastic noise inherent in quantum circuits, which improve model stability, generalization, and practical usability on current quantum devices. Additionally, hybrid quantum neural networks (HQNNs) have been studied extensively for their noise resilience characteristics. Ahmad et al.'s work on HQNNs systematically investigates the differential impact of various quantum noise channels, revealing that certain network architectures like QuanNN exhibit remarkable robustness to phase-related noise, while others demonstrate selective resilience depending on noise type and intensity.</a:t>
            </a:r>
            <a:endParaRPr/>
          </a:p>
          <a:p>
            <a:pPr indent="-228600" lvl="0" marL="457200" rtl="0" algn="just">
              <a:lnSpc>
                <a:spcPct val="100000"/>
              </a:lnSpc>
              <a:spcBef>
                <a:spcPts val="360"/>
              </a:spcBef>
              <a:spcAft>
                <a:spcPts val="0"/>
              </a:spcAft>
              <a:buSzPts val="1500"/>
              <a:buNone/>
            </a:pPr>
            <a:r>
              <a:rPr lang="en-US" sz="1400">
                <a:latin typeface="Times New Roman"/>
                <a:ea typeface="Times New Roman"/>
                <a:cs typeface="Times New Roman"/>
                <a:sym typeface="Times New Roman"/>
              </a:rPr>
              <a:t>     Among these advances, Jiaye Li and colleagues’ anti-noise QSVM stands out by explicitly integrating a weighted hinge loss function with quantum optimization to combat noisy training data. Through an iterative alternating optimization strategy and a novel quantum circuit design, their approach significantly improves classification accuracy on noisy datasets compared to classical SVMs and earlier QSVM methods. This technique directly addresses the core problem of noisy data impairing QSVM performance, a gap noted by most earlier works. </a:t>
            </a:r>
            <a:endParaRPr/>
          </a:p>
          <a:p>
            <a:pPr indent="-228600" lvl="0" marL="457200" rtl="0" algn="just">
              <a:lnSpc>
                <a:spcPct val="100000"/>
              </a:lnSpc>
              <a:spcBef>
                <a:spcPts val="360"/>
              </a:spcBef>
              <a:spcAft>
                <a:spcPts val="0"/>
              </a:spcAft>
              <a:buSzPts val="1500"/>
              <a:buNone/>
            </a:pPr>
            <a:r>
              <a:rPr lang="en-US" sz="1400">
                <a:latin typeface="Times New Roman"/>
                <a:ea typeface="Times New Roman"/>
                <a:cs typeface="Times New Roman"/>
                <a:sym typeface="Times New Roman"/>
              </a:rPr>
              <a:t>     The broader literature also points to the benefits of combining classical and quantum methods, through hybrid architectures or ensemble learning, to leverage strengths of both paradigms. Methods such as variational quantum circuits, quantum kernel approximations, and classical feature weighting highlight promising directions for practical, scalable quantum machine learning. Your proposed hybrid ensemble anti-noise QSVM project builds upon and synthesizes these insights by incorporating neural network–based feature extraction, weighted hinge loss optimization in QSVM, and a classical ensemble stage to achieve robust, scalable classification performance in noisy real-world scenarios. This integration aims to overcome the noise-related shortcomings of existing QSVMs, making quantum machine learning more applicable and effective for domains like healthcare and cybersecurity.</a:t>
            </a:r>
            <a:endParaRPr/>
          </a:p>
          <a:p>
            <a:pPr indent="-228600" lvl="0" marL="457200" rtl="0" algn="just">
              <a:lnSpc>
                <a:spcPct val="100000"/>
              </a:lnSpc>
              <a:spcBef>
                <a:spcPts val="360"/>
              </a:spcBef>
              <a:spcAft>
                <a:spcPts val="0"/>
              </a:spcAft>
              <a:buSzPts val="1500"/>
              <a:buNone/>
            </a:pPr>
            <a:br>
              <a:rPr lang="en-US"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p:txBody>
      </p:sp>
      <p:sp>
        <p:nvSpPr>
          <p:cNvPr id="299" name="Google Shape;299;p5"/>
          <p:cNvSpPr txBox="1"/>
          <p:nvPr>
            <p:ph type="title"/>
          </p:nvPr>
        </p:nvSpPr>
        <p:spPr>
          <a:xfrm>
            <a:off x="280414" y="100509"/>
            <a:ext cx="5693700" cy="768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BB2529"/>
              </a:buClr>
              <a:buSzPts val="3600"/>
              <a:buFont typeface="Arial Black"/>
              <a:buNone/>
            </a:pPr>
            <a:r>
              <a:rPr lang="en-US" sz="3600" cap="none">
                <a:solidFill>
                  <a:srgbClr val="BB2529"/>
                </a:solidFill>
              </a:rPr>
              <a:t>Literature Review</a:t>
            </a:r>
            <a:endParaRPr sz="3600" cap="none">
              <a:solidFill>
                <a:srgbClr val="BB2529"/>
              </a:solidFill>
            </a:endParaRPr>
          </a:p>
        </p:txBody>
      </p:sp>
      <p:sp>
        <p:nvSpPr>
          <p:cNvPr id="300" name="Google Shape;300;p5"/>
          <p:cNvSpPr txBox="1"/>
          <p:nvPr/>
        </p:nvSpPr>
        <p:spPr>
          <a:xfrm>
            <a:off x="5504873" y="6216078"/>
            <a:ext cx="64932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sz="1800" u="sng">
                <a:solidFill>
                  <a:schemeClr val="hlink"/>
                </a:solidFill>
                <a:latin typeface="EB Garamond"/>
                <a:ea typeface="EB Garamond"/>
                <a:cs typeface="EB Garamond"/>
                <a:sym typeface="EB Garamond"/>
                <a:hlinkClick r:id="rId3"/>
              </a:rPr>
              <a:t>https://drive.google.com/file/d/1xqvrMnhV_J4oJS-CLxpAUJ8pPCjs1gAA/view?usp=drive_link</a:t>
            </a:r>
            <a:endParaRPr b="1" i="0" sz="1800" u="none" cap="none" strike="noStrike">
              <a:solidFill>
                <a:schemeClr val="dk1"/>
              </a:solidFill>
              <a:latin typeface="EB Garamond"/>
              <a:ea typeface="EB Garamond"/>
              <a:cs typeface="EB Garamond"/>
              <a:sym typeface="EB 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6"/>
          <p:cNvSpPr txBox="1"/>
          <p:nvPr>
            <p:ph type="title"/>
          </p:nvPr>
        </p:nvSpPr>
        <p:spPr>
          <a:xfrm>
            <a:off x="280414" y="100509"/>
            <a:ext cx="7293300" cy="768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BB2529"/>
              </a:buClr>
              <a:buSzPts val="3200"/>
              <a:buFont typeface="Arial Black"/>
              <a:buNone/>
            </a:pPr>
            <a:r>
              <a:rPr lang="en-US" sz="3200" cap="none">
                <a:solidFill>
                  <a:srgbClr val="BB2529"/>
                </a:solidFill>
              </a:rPr>
              <a:t>System Architecture / Design</a:t>
            </a:r>
            <a:endParaRPr sz="3200" cap="none">
              <a:solidFill>
                <a:srgbClr val="BB2529"/>
              </a:solidFill>
            </a:endParaRPr>
          </a:p>
        </p:txBody>
      </p:sp>
      <p:pic>
        <p:nvPicPr>
          <p:cNvPr id="306" name="Google Shape;306;p6"/>
          <p:cNvPicPr preferRelativeResize="0"/>
          <p:nvPr/>
        </p:nvPicPr>
        <p:blipFill rotWithShape="1">
          <a:blip r:embed="rId3">
            <a:alphaModFix/>
          </a:blip>
          <a:srcRect b="0" l="0" r="0" t="0"/>
          <a:stretch/>
        </p:blipFill>
        <p:spPr>
          <a:xfrm>
            <a:off x="280414" y="868509"/>
            <a:ext cx="8352309" cy="5495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7"/>
          <p:cNvSpPr/>
          <p:nvPr/>
        </p:nvSpPr>
        <p:spPr>
          <a:xfrm>
            <a:off x="3842327" y="1886589"/>
            <a:ext cx="6306300" cy="313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EB Garamond"/>
              <a:ea typeface="EB Garamond"/>
              <a:cs typeface="EB Garamond"/>
              <a:sym typeface="EB Garamond"/>
            </a:endParaRPr>
          </a:p>
        </p:txBody>
      </p:sp>
      <p:sp>
        <p:nvSpPr>
          <p:cNvPr id="312" name="Google Shape;312;p7"/>
          <p:cNvSpPr txBox="1"/>
          <p:nvPr>
            <p:ph type="title"/>
          </p:nvPr>
        </p:nvSpPr>
        <p:spPr>
          <a:xfrm>
            <a:off x="195625" y="100509"/>
            <a:ext cx="7293300" cy="768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BB2529"/>
              </a:buClr>
              <a:buSzPts val="3200"/>
              <a:buFont typeface="Arial Black"/>
              <a:buNone/>
            </a:pPr>
            <a:r>
              <a:rPr lang="en-US" sz="3200" cap="none">
                <a:solidFill>
                  <a:srgbClr val="BB2529"/>
                </a:solidFill>
              </a:rPr>
              <a:t>Project Requisites:</a:t>
            </a:r>
            <a:endParaRPr sz="3200" cap="none">
              <a:solidFill>
                <a:srgbClr val="BB2529"/>
              </a:solidFill>
            </a:endParaRPr>
          </a:p>
        </p:txBody>
      </p:sp>
      <p:sp>
        <p:nvSpPr>
          <p:cNvPr id="313" name="Google Shape;313;p7"/>
          <p:cNvSpPr/>
          <p:nvPr/>
        </p:nvSpPr>
        <p:spPr>
          <a:xfrm>
            <a:off x="3842275" y="868509"/>
            <a:ext cx="6157131" cy="53848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BB2529"/>
                </a:solidFill>
                <a:latin typeface="EB Garamond"/>
                <a:ea typeface="EB Garamond"/>
                <a:cs typeface="EB Garamond"/>
                <a:sym typeface="EB Garamond"/>
              </a:rPr>
              <a:t>Technology Stack </a:t>
            </a:r>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         1. Quantum </a:t>
            </a:r>
            <a:r>
              <a:rPr b="0" i="0" lang="en-US" sz="1400" u="none" cap="none" strike="noStrike">
                <a:solidFill>
                  <a:srgbClr val="000000"/>
                </a:solidFill>
                <a:latin typeface="Times New Roman"/>
                <a:ea typeface="Times New Roman"/>
                <a:cs typeface="Times New Roman"/>
                <a:sym typeface="Times New Roman"/>
              </a:rPr>
              <a:t>Computing Tools:</a:t>
            </a:r>
            <a:endParaRPr/>
          </a:p>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Qiskit (IBM Quantum) for quantum circuit design, simulation, and noise                 modeling</a:t>
            </a:r>
            <a:endParaRPr b="0" i="0" sz="1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2. Classical Machine Learning Frameworks:</a:t>
            </a:r>
            <a:endParaRPr/>
          </a:p>
          <a:p>
            <a:pPr indent="0" lvl="1"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Python libraries: scikit-learn (for SVM, ensemble classifiers)</a:t>
            </a:r>
            <a:endParaRPr/>
          </a:p>
          <a:p>
            <a:pPr indent="0" lvl="1"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TensorFlow or PyTorch (for neural network feature extraction)</a:t>
            </a:r>
            <a:endParaRPr/>
          </a:p>
          <a:p>
            <a:pPr indent="0" lvl="0"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3. Data Processing:</a:t>
            </a:r>
            <a:endParaRPr/>
          </a:p>
          <a:p>
            <a:pPr indent="0" lvl="1"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NumPy, Pandas, SciPy for numerical data manipulation and preprocessing</a:t>
            </a:r>
            <a:endParaRPr/>
          </a:p>
          <a:p>
            <a:pPr indent="0" lvl="1" marL="0" marR="0" rtl="0" algn="just">
              <a:lnSpc>
                <a:spcPct val="100000"/>
              </a:lnSpc>
              <a:spcBef>
                <a:spcPts val="0"/>
              </a:spcBef>
              <a:spcAft>
                <a:spcPts val="0"/>
              </a:spcAft>
              <a:buNone/>
            </a:pPr>
            <a:br>
              <a:rPr b="0" i="0" lang="en-US" sz="1400" u="none" cap="none" strike="noStrike">
                <a:solidFill>
                  <a:srgbClr val="BB2529"/>
                </a:solidFill>
                <a:latin typeface="EB Garamond"/>
                <a:ea typeface="EB Garamond"/>
                <a:cs typeface="EB Garamond"/>
                <a:sym typeface="EB Garamond"/>
              </a:rPr>
            </a:br>
            <a:r>
              <a:rPr b="0" i="0" lang="en-US" sz="1400" u="none" cap="none" strike="noStrike">
                <a:solidFill>
                  <a:srgbClr val="BB2529"/>
                </a:solidFill>
                <a:latin typeface="EB Garamond"/>
                <a:ea typeface="EB Garamond"/>
                <a:cs typeface="EB Garamond"/>
                <a:sym typeface="EB Garamond"/>
              </a:rPr>
              <a:t>Datasets</a:t>
            </a:r>
            <a:endParaRPr b="0" i="0" sz="1400" u="none" cap="none" strike="noStrike">
              <a:solidFill>
                <a:srgbClr val="BB2529"/>
              </a:solidFill>
              <a:latin typeface="EB Garamond"/>
              <a:ea typeface="EB Garamond"/>
              <a:cs typeface="EB Garamond"/>
              <a:sym typeface="EB Garamond"/>
            </a:endParaRPr>
          </a:p>
          <a:p>
            <a:pPr indent="0" lvl="1"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Public benchmark datasets with suitable noisy data:</a:t>
            </a:r>
            <a:endParaRPr/>
          </a:p>
          <a:p>
            <a:pPr indent="0" lvl="1"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Handwritten digit recognition datasets (e.g., MNIST with noise   augmentation)</a:t>
            </a:r>
            <a:endParaRPr/>
          </a:p>
          <a:p>
            <a:pPr indent="0" lvl="1"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Biomedical datasets (e.g., Lung Cancer dataset)</a:t>
            </a:r>
            <a:endParaRPr/>
          </a:p>
          <a:p>
            <a:pPr indent="0" lvl="1" marL="0" marR="0" rtl="0" algn="just">
              <a:lnSpc>
                <a:spcPct val="1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Network intrusion or cybersecurity datasets</a:t>
            </a:r>
            <a:endParaRPr/>
          </a:p>
          <a:p>
            <a:pPr indent="0" lvl="1" marL="0" marR="0" rtl="0" algn="just">
              <a:lnSpc>
                <a:spcPct val="100000"/>
              </a:lnSpc>
              <a:spcBef>
                <a:spcPts val="0"/>
              </a:spcBef>
              <a:spcAft>
                <a:spcPts val="0"/>
              </a:spcAft>
              <a:buNone/>
            </a:pPr>
            <a:r>
              <a:rPr b="0" i="0" lang="en-US" sz="1400" u="none" cap="none" strike="noStrike">
                <a:solidFill>
                  <a:schemeClr val="dk1"/>
                </a:solidFill>
                <a:latin typeface="EB Garamond"/>
                <a:ea typeface="EB Garamond"/>
                <a:cs typeface="EB Garamond"/>
                <a:sym typeface="EB Garamond"/>
              </a:rPr>
              <a:t> </a:t>
            </a:r>
            <a:endParaRPr b="0" i="0" sz="1400" u="none" cap="none" strike="noStrike">
              <a:solidFill>
                <a:schemeClr val="dk1"/>
              </a:solidFill>
              <a:latin typeface="EB Garamond"/>
              <a:ea typeface="EB Garamond"/>
              <a:cs typeface="EB Garamond"/>
              <a:sym typeface="EB 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8"/>
          <p:cNvSpPr txBox="1"/>
          <p:nvPr>
            <p:ph type="title"/>
          </p:nvPr>
        </p:nvSpPr>
        <p:spPr>
          <a:xfrm>
            <a:off x="280414" y="100509"/>
            <a:ext cx="7293300" cy="768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BB2529"/>
              </a:buClr>
              <a:buSzPts val="3600"/>
              <a:buFont typeface="Arial Black"/>
              <a:buNone/>
            </a:pPr>
            <a:r>
              <a:rPr lang="en-US" sz="3600" cap="none">
                <a:solidFill>
                  <a:srgbClr val="BB2529"/>
                </a:solidFill>
              </a:rPr>
              <a:t>Summary</a:t>
            </a:r>
            <a:endParaRPr sz="3600" cap="none">
              <a:solidFill>
                <a:srgbClr val="BB2529"/>
              </a:solidFill>
            </a:endParaRPr>
          </a:p>
        </p:txBody>
      </p:sp>
      <p:sp>
        <p:nvSpPr>
          <p:cNvPr id="319" name="Google Shape;319;p8"/>
          <p:cNvSpPr txBox="1"/>
          <p:nvPr>
            <p:ph idx="1" type="body"/>
          </p:nvPr>
        </p:nvSpPr>
        <p:spPr>
          <a:xfrm>
            <a:off x="833119" y="985247"/>
            <a:ext cx="10546200" cy="5223300"/>
          </a:xfrm>
          <a:prstGeom prst="rect">
            <a:avLst/>
          </a:prstGeom>
          <a:solidFill>
            <a:schemeClr val="lt1"/>
          </a:solidFill>
          <a:ln>
            <a:noFill/>
          </a:ln>
        </p:spPr>
        <p:txBody>
          <a:bodyPr anchorCtr="0" anchor="t" bIns="45700" lIns="91425" spcFirstLastPara="1" rIns="91425" wrap="square" tIns="45700">
            <a:noAutofit/>
          </a:bodyPr>
          <a:lstStyle/>
          <a:p>
            <a:pPr indent="-228600" lvl="0" marL="457200" rtl="0" algn="just">
              <a:lnSpc>
                <a:spcPct val="150000"/>
              </a:lnSpc>
              <a:spcBef>
                <a:spcPts val="0"/>
              </a:spcBef>
              <a:spcAft>
                <a:spcPts val="0"/>
              </a:spcAft>
              <a:buSzPts val="2400"/>
              <a:buNone/>
            </a:pPr>
            <a:r>
              <a:rPr lang="en-US" sz="1800"/>
              <a:t>This project proposes the design of a practical and powerful hybrid system that combines the strengths of quantum computing and classical machine learning to tackle noisy and complex data. The framework envisions using a neural network to clean and extract meaningful features from raw noisy data, which would then be fed into an Anti-Noise Quantum Support Vector Machine. This quantum model is intended to handle noise effectively while leveraging potential quantum speedup.</a:t>
            </a:r>
            <a:endParaRPr/>
          </a:p>
          <a:p>
            <a:pPr indent="-228600" lvl="0" marL="457200" rtl="0" algn="just">
              <a:lnSpc>
                <a:spcPct val="150000"/>
              </a:lnSpc>
              <a:spcBef>
                <a:spcPts val="0"/>
              </a:spcBef>
              <a:spcAft>
                <a:spcPts val="0"/>
              </a:spcAft>
              <a:buSzPts val="2400"/>
              <a:buNone/>
            </a:pPr>
            <a:r>
              <a:rPr lang="en-US" sz="1800"/>
              <a:t>To further enhance robustness, the system would integrate ensemble learning by blending predictions from multiple classical models, thereby reducing errors and improving stability. The proposed framework is aimed at addressing real-world datasets that often suffer from issues such as label errors, feature corruption, and quantum hardware imperfections. By bridging quantum computing with classical techniques, this approach has the potential to advance practical applications in fields like healthcare diagnostics, cybersecurity threat detection, and image recognition, where data noise remains a significant challenge.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9"/>
          <p:cNvSpPr txBox="1"/>
          <p:nvPr>
            <p:ph idx="4294967295" type="subTitle"/>
          </p:nvPr>
        </p:nvSpPr>
        <p:spPr>
          <a:xfrm>
            <a:off x="660398" y="1849120"/>
            <a:ext cx="11041800" cy="4335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1. G. Gentinetta, A. Thomsen, D. Sutter, and S. Woerner, “The complexity of quantum support vector machines,” </a:t>
            </a:r>
            <a:r>
              <a:rPr b="0" i="1" lang="en-US" sz="1400" u="none" cap="none" strike="noStrike">
                <a:solidFill>
                  <a:schemeClr val="dk1"/>
                </a:solidFill>
                <a:latin typeface="Times New Roman"/>
                <a:ea typeface="Times New Roman"/>
                <a:cs typeface="Times New Roman"/>
                <a:sym typeface="Times New Roman"/>
              </a:rPr>
              <a:t>Quantum</a:t>
            </a:r>
            <a:r>
              <a:rPr b="0" i="0" lang="en-US" sz="1400" u="none" cap="none" strike="noStrike">
                <a:solidFill>
                  <a:schemeClr val="dk1"/>
                </a:solidFill>
                <a:latin typeface="Times New Roman"/>
                <a:ea typeface="Times New Roman"/>
                <a:cs typeface="Times New Roman"/>
                <a:sym typeface="Times New Roman"/>
              </a:rPr>
              <a:t>, 2024. </a:t>
            </a:r>
            <a:r>
              <a:rPr b="0" i="0" lang="en-US" sz="1400" u="sng" cap="none" strike="noStrike">
                <a:solidFill>
                  <a:schemeClr val="accent6"/>
                </a:solidFill>
                <a:latin typeface="Times New Roman"/>
                <a:ea typeface="Times New Roman"/>
                <a:cs typeface="Times New Roman"/>
                <a:sym typeface="Times New Roman"/>
                <a:hlinkClick r:id="rId3">
                  <a:extLst>
                    <a:ext uri="{A12FA001-AC4F-418D-AE19-62706E023703}">
                      <ahyp:hlinkClr val="tx"/>
                    </a:ext>
                  </a:extLst>
                </a:hlinkClick>
              </a:rPr>
              <a:t>https://arxiv.org/pdf/2203.00031.pdf</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2. Anonymous, “Noise-robust optimization of quantum machine learning models,” </a:t>
            </a:r>
            <a:r>
              <a:rPr b="0" i="1" lang="en-US" sz="1400" u="none" cap="none" strike="noStrike">
                <a:solidFill>
                  <a:schemeClr val="dk1"/>
                </a:solidFill>
                <a:latin typeface="Times New Roman"/>
                <a:ea typeface="Times New Roman"/>
                <a:cs typeface="Times New Roman"/>
                <a:sym typeface="Times New Roman"/>
              </a:rPr>
              <a:t>IEEE Transactions</a:t>
            </a:r>
            <a:r>
              <a:rPr b="0" i="0" lang="en-US" sz="1400" u="none" cap="none" strike="noStrike">
                <a:solidFill>
                  <a:schemeClr val="dk1"/>
                </a:solidFill>
                <a:latin typeface="Times New Roman"/>
                <a:ea typeface="Times New Roman"/>
                <a:cs typeface="Times New Roman"/>
                <a:sym typeface="Times New Roman"/>
              </a:rPr>
              <a:t>, 2022.</a:t>
            </a:r>
            <a:r>
              <a:rPr b="0" i="0" lang="en-US" sz="1400" u="none" cap="none" strike="noStrike">
                <a:solidFill>
                  <a:schemeClr val="accent6"/>
                </a:solidFill>
                <a:latin typeface="Times New Roman"/>
                <a:ea typeface="Times New Roman"/>
                <a:cs typeface="Times New Roman"/>
                <a:sym typeface="Times New Roman"/>
              </a:rPr>
              <a:t> </a:t>
            </a:r>
            <a:r>
              <a:rPr b="0" i="0" lang="en-US" sz="1400" u="sng" cap="none" strike="noStrike">
                <a:solidFill>
                  <a:schemeClr val="accent6"/>
                </a:solidFill>
                <a:latin typeface="Times New Roman"/>
                <a:ea typeface="Times New Roman"/>
                <a:cs typeface="Times New Roman"/>
                <a:sym typeface="Times New Roman"/>
                <a:hlinkClick r:id="rId4">
                  <a:extLst>
                    <a:ext uri="{A12FA001-AC4F-418D-AE19-62706E023703}">
                      <ahyp:hlinkClr val="tx"/>
                    </a:ext>
                  </a:extLst>
                </a:hlinkClick>
              </a:rPr>
              <a:t>https://www.nature.com/articles/s41598-022-22940-4</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3. M. Akrom et al., “Entanglement detection with quantum support vector machines,” </a:t>
            </a:r>
            <a:r>
              <a:rPr b="0" i="1" lang="en-US" sz="1400" u="none" cap="none" strike="noStrike">
                <a:solidFill>
                  <a:schemeClr val="dk1"/>
                </a:solidFill>
                <a:latin typeface="Times New Roman"/>
                <a:ea typeface="Times New Roman"/>
                <a:cs typeface="Times New Roman"/>
                <a:sym typeface="Times New Roman"/>
              </a:rPr>
              <a:t>Nature Scientific Reports</a:t>
            </a:r>
            <a:r>
              <a:rPr b="0" i="0" lang="en-US" sz="1400" u="none" cap="none" strike="noStrike">
                <a:solidFill>
                  <a:schemeClr val="dk1"/>
                </a:solidFill>
                <a:latin typeface="Times New Roman"/>
                <a:ea typeface="Times New Roman"/>
                <a:cs typeface="Times New Roman"/>
                <a:sym typeface="Times New Roman"/>
              </a:rPr>
              <a:t>, 2025.</a:t>
            </a:r>
            <a:r>
              <a:rPr b="0" i="0" lang="en-US" sz="1400" u="none" cap="none" strike="noStrike">
                <a:solidFill>
                  <a:schemeClr val="accent6"/>
                </a:solidFill>
                <a:latin typeface="Times New Roman"/>
                <a:ea typeface="Times New Roman"/>
                <a:cs typeface="Times New Roman"/>
                <a:sym typeface="Times New Roman"/>
              </a:rPr>
              <a:t> </a:t>
            </a:r>
            <a:r>
              <a:rPr b="0" i="0" lang="en-US" sz="1400" u="sng" cap="none" strike="noStrike">
                <a:solidFill>
                  <a:schemeClr val="accent6"/>
                </a:solidFill>
                <a:latin typeface="Times New Roman"/>
                <a:ea typeface="Times New Roman"/>
                <a:cs typeface="Times New Roman"/>
                <a:sym typeface="Times New Roman"/>
                <a:hlinkClick r:id="rId5">
                  <a:extLst>
                    <a:ext uri="{A12FA001-AC4F-418D-AE19-62706E023703}">
                      <ahyp:hlinkClr val="tx"/>
                    </a:ext>
                  </a:extLst>
                </a:hlinkClick>
              </a:rPr>
              <a:t>https://www.nature.com/articles/s41598-025-95897-9</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4. J. Berberich et al., “Training robust and generalizable quantum models,” </a:t>
            </a:r>
            <a:r>
              <a:rPr b="0" i="1" lang="en-US" sz="1400" u="none" cap="none" strike="noStrike">
                <a:solidFill>
                  <a:schemeClr val="dk1"/>
                </a:solidFill>
                <a:latin typeface="Times New Roman"/>
                <a:ea typeface="Times New Roman"/>
                <a:cs typeface="Times New Roman"/>
                <a:sym typeface="Times New Roman"/>
              </a:rPr>
              <a:t>Phys. Rev. Research</a:t>
            </a:r>
            <a:r>
              <a:rPr b="0" i="0" lang="en-US" sz="1400" u="none" cap="none" strike="noStrike">
                <a:solidFill>
                  <a:schemeClr val="dk1"/>
                </a:solidFill>
                <a:latin typeface="Times New Roman"/>
                <a:ea typeface="Times New Roman"/>
                <a:cs typeface="Times New Roman"/>
                <a:sym typeface="Times New Roman"/>
              </a:rPr>
              <a:t>, 2024. </a:t>
            </a:r>
            <a:r>
              <a:rPr b="0" i="0" lang="en-US" sz="1400" u="none" cap="none" strike="noStrike">
                <a:solidFill>
                  <a:schemeClr val="accent6"/>
                </a:solidFill>
                <a:latin typeface="Times New Roman"/>
                <a:ea typeface="Times New Roman"/>
                <a:cs typeface="Times New Roman"/>
                <a:sym typeface="Times New Roman"/>
              </a:rPr>
              <a:t>https://journals.aps.org/prresearch/pdf/10.1103/PhysRevResearch.6.043326</a:t>
            </a:r>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5. J. Wang et al., “Noisy HQNNs: A Comprehensive Analysis of Noise Robustness in Hybrid Quantum Neural Networks,” </a:t>
            </a:r>
            <a:r>
              <a:rPr b="0" i="1" lang="en-US" sz="1400" u="none" cap="none" strike="noStrike">
                <a:solidFill>
                  <a:schemeClr val="dk1"/>
                </a:solidFill>
                <a:latin typeface="Times New Roman"/>
                <a:ea typeface="Times New Roman"/>
                <a:cs typeface="Times New Roman"/>
                <a:sym typeface="Times New Roman"/>
              </a:rPr>
              <a:t>IEEE</a:t>
            </a:r>
            <a:r>
              <a:rPr b="0" i="0" lang="en-US" sz="1400" u="none" cap="none" strike="noStrike">
                <a:solidFill>
                  <a:schemeClr val="dk1"/>
                </a:solidFill>
                <a:latin typeface="Times New Roman"/>
                <a:ea typeface="Times New Roman"/>
                <a:cs typeface="Times New Roman"/>
                <a:sym typeface="Times New Roman"/>
              </a:rPr>
              <a:t>, 2021. </a:t>
            </a:r>
            <a:r>
              <a:rPr b="0" i="0" lang="en-US" sz="1400" u="sng" cap="none" strike="noStrike">
                <a:solidFill>
                  <a:schemeClr val="accent6"/>
                </a:solidFill>
                <a:latin typeface="Times New Roman"/>
                <a:ea typeface="Times New Roman"/>
                <a:cs typeface="Times New Roman"/>
                <a:sym typeface="Times New Roman"/>
                <a:hlinkClick r:id="rId6">
                  <a:extLst>
                    <a:ext uri="{A12FA001-AC4F-418D-AE19-62706E023703}">
                      <ahyp:hlinkClr val="tx"/>
                    </a:ext>
                  </a:extLst>
                </a:hlinkClick>
              </a:rPr>
              <a:t>https://arxiv.org/pdf/2505.03378.pdf</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6. J. Li et al., “Quantum Support Vector Machine for Classifying Noisy Data,” </a:t>
            </a:r>
            <a:r>
              <a:rPr b="0" i="1" lang="en-US" sz="1400" u="none" cap="none" strike="noStrike">
                <a:solidFill>
                  <a:schemeClr val="dk1"/>
                </a:solidFill>
                <a:latin typeface="Times New Roman"/>
                <a:ea typeface="Times New Roman"/>
                <a:cs typeface="Times New Roman"/>
                <a:sym typeface="Times New Roman"/>
              </a:rPr>
              <a:t>IEEE Transactions on Computers</a:t>
            </a:r>
            <a:r>
              <a:rPr b="0" i="0" lang="en-US" sz="1400" u="none" cap="none" strike="noStrike">
                <a:solidFill>
                  <a:schemeClr val="dk1"/>
                </a:solidFill>
                <a:latin typeface="Times New Roman"/>
                <a:ea typeface="Times New Roman"/>
                <a:cs typeface="Times New Roman"/>
                <a:sym typeface="Times New Roman"/>
              </a:rPr>
              <a:t>, 2024. </a:t>
            </a:r>
            <a:r>
              <a:rPr b="0" i="0" lang="en-US" sz="1400" u="sng" cap="none" strike="noStrike">
                <a:solidFill>
                  <a:schemeClr val="accent6"/>
                </a:solidFill>
                <a:latin typeface="Times New Roman"/>
                <a:ea typeface="Times New Roman"/>
                <a:cs typeface="Times New Roman"/>
                <a:sym typeface="Times New Roman"/>
                <a:hlinkClick r:id="rId7">
                  <a:extLst>
                    <a:ext uri="{A12FA001-AC4F-418D-AE19-62706E023703}">
                      <ahyp:hlinkClr val="tx"/>
                    </a:ext>
                  </a:extLst>
                </a:hlinkClick>
              </a:rPr>
              <a:t>https://ieeexplore.ieee.org/document/10564586</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7. M. Mafu and M. Senekane, “Design and Implementation of Efficient Quantum Support Vector Machine,” </a:t>
            </a:r>
            <a:r>
              <a:rPr b="0" i="1" lang="en-US" sz="1400" u="none" cap="none" strike="noStrike">
                <a:solidFill>
                  <a:schemeClr val="dk1"/>
                </a:solidFill>
                <a:latin typeface="Times New Roman"/>
                <a:ea typeface="Times New Roman"/>
                <a:cs typeface="Times New Roman"/>
                <a:sym typeface="Times New Roman"/>
              </a:rPr>
              <a:t>ICECET</a:t>
            </a:r>
            <a:r>
              <a:rPr b="0" i="0" lang="en-US" sz="1400" u="none" cap="none" strike="noStrike">
                <a:solidFill>
                  <a:schemeClr val="dk1"/>
                </a:solidFill>
                <a:latin typeface="Times New Roman"/>
                <a:ea typeface="Times New Roman"/>
                <a:cs typeface="Times New Roman"/>
                <a:sym typeface="Times New Roman"/>
              </a:rPr>
              <a:t>, 2021. </a:t>
            </a:r>
            <a:r>
              <a:rPr b="0" i="0" lang="en-US" sz="1400" u="sng" cap="none" strike="noStrike">
                <a:solidFill>
                  <a:schemeClr val="accent6"/>
                </a:solidFill>
                <a:latin typeface="Times New Roman"/>
                <a:ea typeface="Times New Roman"/>
                <a:cs typeface="Times New Roman"/>
                <a:sym typeface="Times New Roman"/>
                <a:hlinkClick r:id="rId8">
                  <a:extLst>
                    <a:ext uri="{A12FA001-AC4F-418D-AE19-62706E023703}">
                      <ahyp:hlinkClr val="tx"/>
                    </a:ext>
                  </a:extLst>
                </a:hlinkClick>
              </a:rPr>
              <a:t>https://ieeexplore.ieee.org/document/9385589</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8. S. Ahmed, “Pattern Recognition with Quantum Support Vector Machine on Near Term Quantum Processors,” PhD Dissertation, 2019. </a:t>
            </a:r>
            <a:r>
              <a:rPr b="0" i="0" lang="en-US" sz="1400" u="sng" cap="none" strike="noStrike">
                <a:solidFill>
                  <a:schemeClr val="accent6"/>
                </a:solidFill>
                <a:latin typeface="Times New Roman"/>
                <a:ea typeface="Times New Roman"/>
                <a:cs typeface="Times New Roman"/>
                <a:sym typeface="Times New Roman"/>
                <a:hlinkClick r:id="rId9">
                  <a:extLst>
                    <a:ext uri="{A12FA001-AC4F-418D-AE19-62706E023703}">
                      <ahyp:hlinkClr val="tx"/>
                    </a:ext>
                  </a:extLst>
                </a:hlinkClick>
              </a:rPr>
              <a:t>https://repository.bracu.ac.bd/xmlui/handle/123456789/1209</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9. H. Li et al., “Quantum Support Vector Machine Based on Gradient Descent,” </a:t>
            </a:r>
            <a:r>
              <a:rPr b="0" i="1" lang="en-US" sz="1400" u="none" cap="none" strike="noStrike">
                <a:solidFill>
                  <a:schemeClr val="dk1"/>
                </a:solidFill>
                <a:latin typeface="Times New Roman"/>
                <a:ea typeface="Times New Roman"/>
                <a:cs typeface="Times New Roman"/>
                <a:sym typeface="Times New Roman"/>
              </a:rPr>
              <a:t>Int. J. Theor. Phys.</a:t>
            </a:r>
            <a:r>
              <a:rPr b="0" i="0" lang="en-US" sz="1400" u="none" cap="none" strike="noStrike">
                <a:solidFill>
                  <a:schemeClr val="dk1"/>
                </a:solidFill>
                <a:latin typeface="Times New Roman"/>
                <a:ea typeface="Times New Roman"/>
                <a:cs typeface="Times New Roman"/>
                <a:sym typeface="Times New Roman"/>
              </a:rPr>
              <a:t>, 2022. </a:t>
            </a:r>
            <a:r>
              <a:rPr b="0" i="0" lang="en-US" sz="1400" u="sng" cap="none" strike="noStrike">
                <a:solidFill>
                  <a:schemeClr val="accent6"/>
                </a:solidFill>
                <a:latin typeface="Times New Roman"/>
                <a:ea typeface="Times New Roman"/>
                <a:cs typeface="Times New Roman"/>
                <a:sym typeface="Times New Roman"/>
                <a:hlinkClick r:id="rId10">
                  <a:extLst>
                    <a:ext uri="{A12FA001-AC4F-418D-AE19-62706E023703}">
                      <ahyp:hlinkClr val="tx"/>
                    </a:ext>
                  </a:extLst>
                </a:hlinkClick>
              </a:rPr>
              <a:t>https://link.springer.com/article/10.1007/s10773-022-05100-0</a:t>
            </a:r>
            <a:endParaRPr b="0" i="0" sz="1400" u="none" cap="none" strike="noStrike">
              <a:solidFill>
                <a:schemeClr val="accent6"/>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accent6"/>
              </a:buClr>
              <a:buSzPts val="2000"/>
              <a:buFont typeface="Arial"/>
              <a:buNone/>
            </a:pPr>
            <a:r>
              <a:rPr b="0" i="0" lang="en-US" sz="1400" u="none" cap="none" strike="noStrike">
                <a:solidFill>
                  <a:schemeClr val="dk1"/>
                </a:solidFill>
                <a:latin typeface="Times New Roman"/>
                <a:ea typeface="Times New Roman"/>
                <a:cs typeface="Times New Roman"/>
                <a:sym typeface="Times New Roman"/>
              </a:rPr>
              <a:t>10. M. Senekane et al., “Prediction of Solar Irradiation Using Quantum Support Vector Machine Learning,” </a:t>
            </a:r>
            <a:r>
              <a:rPr b="0" i="1" lang="en-US" sz="1400" u="none" cap="none" strike="noStrike">
                <a:solidFill>
                  <a:schemeClr val="dk1"/>
                </a:solidFill>
                <a:latin typeface="Times New Roman"/>
                <a:ea typeface="Times New Roman"/>
                <a:cs typeface="Times New Roman"/>
                <a:sym typeface="Times New Roman"/>
              </a:rPr>
              <a:t>Smart Grid Renewable Energy</a:t>
            </a:r>
            <a:r>
              <a:rPr b="0" i="0" lang="en-US" sz="1400" u="none" cap="none" strike="noStrike">
                <a:solidFill>
                  <a:schemeClr val="dk1"/>
                </a:solidFill>
                <a:latin typeface="Times New Roman"/>
                <a:ea typeface="Times New Roman"/>
                <a:cs typeface="Times New Roman"/>
                <a:sym typeface="Times New Roman"/>
              </a:rPr>
              <a:t>, 2016. </a:t>
            </a:r>
            <a:r>
              <a:rPr b="0" i="0" lang="en-US" sz="1400" u="sng" cap="none" strike="noStrike">
                <a:solidFill>
                  <a:schemeClr val="accent6"/>
                </a:solidFill>
                <a:latin typeface="Times New Roman"/>
                <a:ea typeface="Times New Roman"/>
                <a:cs typeface="Times New Roman"/>
                <a:sym typeface="Times New Roman"/>
                <a:hlinkClick r:id="rId11">
                  <a:extLst>
                    <a:ext uri="{A12FA001-AC4F-418D-AE19-62706E023703}">
                      <ahyp:hlinkClr val="tx"/>
                    </a:ext>
                  </a:extLst>
                </a:hlinkClick>
              </a:rPr>
              <a:t>https://www.scirp.org/journal/paperinformation.aspx?paperid=68467</a:t>
            </a:r>
            <a:endParaRPr b="0" i="0" sz="1400" u="none" cap="none" strike="noStrike">
              <a:solidFill>
                <a:schemeClr val="accent6"/>
              </a:solidFill>
              <a:latin typeface="Times New Roman"/>
              <a:ea typeface="Times New Roman"/>
              <a:cs typeface="Times New Roman"/>
              <a:sym typeface="Times New Roman"/>
            </a:endParaRPr>
          </a:p>
          <a:p>
            <a:pPr indent="-330200" lvl="0" marL="457200" marR="0" rtl="0" algn="just">
              <a:lnSpc>
                <a:spcPct val="100000"/>
              </a:lnSpc>
              <a:spcBef>
                <a:spcPts val="360"/>
              </a:spcBef>
              <a:spcAft>
                <a:spcPts val="0"/>
              </a:spcAft>
              <a:buClr>
                <a:schemeClr val="accent6"/>
              </a:buClr>
              <a:buSzPts val="2000"/>
              <a:buFont typeface="Arial Black"/>
              <a:buNone/>
            </a:pPr>
            <a:r>
              <a:t/>
            </a:r>
            <a:endParaRPr b="0" i="0" sz="1400" u="none" cap="none" strike="noStrike">
              <a:solidFill>
                <a:schemeClr val="accent6"/>
              </a:solidFill>
              <a:latin typeface="Times New Roman"/>
              <a:ea typeface="Times New Roman"/>
              <a:cs typeface="Times New Roman"/>
              <a:sym typeface="Times New Roman"/>
            </a:endParaRPr>
          </a:p>
          <a:p>
            <a:pPr indent="-330200" lvl="0" marL="457200" marR="0" rtl="0" algn="just">
              <a:lnSpc>
                <a:spcPct val="100000"/>
              </a:lnSpc>
              <a:spcBef>
                <a:spcPts val="360"/>
              </a:spcBef>
              <a:spcAft>
                <a:spcPts val="0"/>
              </a:spcAft>
              <a:buClr>
                <a:schemeClr val="accent6"/>
              </a:buClr>
              <a:buSzPts val="2000"/>
              <a:buFont typeface="Arial Black"/>
              <a:buNone/>
            </a:pPr>
            <a:r>
              <a:t/>
            </a:r>
            <a:endParaRPr b="0" i="0" sz="1400" u="none" cap="none" strike="noStrike">
              <a:solidFill>
                <a:schemeClr val="accent6"/>
              </a:solidFill>
              <a:latin typeface="Times New Roman"/>
              <a:ea typeface="Times New Roman"/>
              <a:cs typeface="Times New Roman"/>
              <a:sym typeface="Times New Roman"/>
            </a:endParaRPr>
          </a:p>
        </p:txBody>
      </p:sp>
      <p:sp>
        <p:nvSpPr>
          <p:cNvPr id="325" name="Google Shape;325;p9"/>
          <p:cNvSpPr txBox="1"/>
          <p:nvPr>
            <p:ph idx="4294967295" type="ctrTitle"/>
          </p:nvPr>
        </p:nvSpPr>
        <p:spPr>
          <a:xfrm>
            <a:off x="609599" y="1244033"/>
            <a:ext cx="10554300" cy="605100"/>
          </a:xfrm>
          <a:prstGeom prst="rect">
            <a:avLst/>
          </a:prstGeom>
          <a:noFill/>
          <a:ln>
            <a:noFill/>
          </a:ln>
        </p:spPr>
        <p:txBody>
          <a:bodyPr anchorCtr="0" anchor="b" bIns="45700" lIns="91425" spcFirstLastPara="1" rIns="91425" wrap="square" tIns="45700">
            <a:noAutofit/>
          </a:bodyPr>
          <a:lstStyle/>
          <a:p>
            <a:pPr indent="0" lvl="0" marL="0" marR="0" rtl="0" algn="l">
              <a:lnSpc>
                <a:spcPct val="135416"/>
              </a:lnSpc>
              <a:spcBef>
                <a:spcPts val="0"/>
              </a:spcBef>
              <a:spcAft>
                <a:spcPts val="0"/>
              </a:spcAft>
              <a:buClr>
                <a:srgbClr val="202C8F"/>
              </a:buClr>
              <a:buSzPts val="3600"/>
              <a:buFont typeface="Arial Black"/>
              <a:buNone/>
            </a:pPr>
            <a:r>
              <a:rPr b="1" i="0" lang="en-US" sz="3600" u="none" cap="none" strike="noStrike">
                <a:solidFill>
                  <a:srgbClr val="202C8F"/>
                </a:solidFill>
                <a:latin typeface="Arial Black"/>
                <a:ea typeface="Arial Black"/>
                <a:cs typeface="Arial Black"/>
                <a:sym typeface="Arial Black"/>
              </a:rPr>
              <a:t>References</a:t>
            </a:r>
            <a:endParaRPr b="1" i="0" sz="3600" u="none" cap="none" strike="noStrike">
              <a:solidFill>
                <a:srgbClr val="202C8F"/>
              </a:solidFill>
              <a:latin typeface="Arial Black"/>
              <a:ea typeface="Arial Black"/>
              <a:cs typeface="Arial Black"/>
              <a:sym typeface="Arial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0"/>
          <p:cNvSpPr txBox="1"/>
          <p:nvPr>
            <p:ph type="ctrTitle"/>
          </p:nvPr>
        </p:nvSpPr>
        <p:spPr>
          <a:xfrm>
            <a:off x="1527048" y="1975104"/>
            <a:ext cx="4169700" cy="667500"/>
          </a:xfrm>
          <a:prstGeom prst="rect">
            <a:avLst/>
          </a:prstGeom>
          <a:noFill/>
          <a:ln>
            <a:noFill/>
          </a:ln>
        </p:spPr>
        <p:txBody>
          <a:bodyPr anchorCtr="0" anchor="b" bIns="45700" lIns="91425" spcFirstLastPara="1" rIns="91425" wrap="square" tIns="0">
            <a:noAutofit/>
          </a:bodyPr>
          <a:lstStyle/>
          <a:p>
            <a:pPr indent="0" lvl="0" marL="0" rtl="0" algn="ctr">
              <a:lnSpc>
                <a:spcPct val="110795"/>
              </a:lnSpc>
              <a:spcBef>
                <a:spcPts val="0"/>
              </a:spcBef>
              <a:spcAft>
                <a:spcPts val="0"/>
              </a:spcAft>
              <a:buClr>
                <a:schemeClr val="accent6"/>
              </a:buClr>
              <a:buSzPts val="4400"/>
              <a:buFont typeface="Arial Black"/>
              <a:buNone/>
            </a:pPr>
            <a:r>
              <a:rPr lang="en-US"/>
              <a:t>THANK YOU</a:t>
            </a:r>
            <a:endParaRPr/>
          </a:p>
        </p:txBody>
      </p:sp>
      <p:sp>
        <p:nvSpPr>
          <p:cNvPr id="331" name="Google Shape;331;p10"/>
          <p:cNvSpPr txBox="1"/>
          <p:nvPr>
            <p:ph idx="1" type="subTitle"/>
          </p:nvPr>
        </p:nvSpPr>
        <p:spPr>
          <a:xfrm>
            <a:off x="1545336" y="2846832"/>
            <a:ext cx="4169700" cy="2176200"/>
          </a:xfrm>
          <a:prstGeom prst="rect">
            <a:avLst/>
          </a:prstGeom>
          <a:noFill/>
          <a:ln>
            <a:noFill/>
          </a:ln>
        </p:spPr>
        <p:txBody>
          <a:bodyPr anchorCtr="0" anchor="t" bIns="0" lIns="91425" spcFirstLastPara="1" rIns="91425" wrap="square" tIns="0">
            <a:normAutofit/>
          </a:bodyPr>
          <a:lstStyle/>
          <a:p>
            <a:pPr indent="0" lvl="0" marL="0" rtl="0" algn="ctr">
              <a:lnSpc>
                <a:spcPct val="100000"/>
              </a:lnSpc>
              <a:spcBef>
                <a:spcPts val="0"/>
              </a:spcBef>
              <a:spcAft>
                <a:spcPts val="0"/>
              </a:spcAft>
              <a:buClr>
                <a:schemeClr val="accent6"/>
              </a:buClr>
              <a:buSzPts val="2400"/>
              <a:buNone/>
            </a:pPr>
            <a:r>
              <a:rPr lang="en-US"/>
              <a:t>Batch No: 201</a:t>
            </a:r>
            <a:endParaRPr i="1"/>
          </a:p>
          <a:p>
            <a:pPr indent="0" lvl="0" marL="0" rtl="0" algn="ctr">
              <a:lnSpc>
                <a:spcPct val="100000"/>
              </a:lnSpc>
              <a:spcBef>
                <a:spcPts val="576"/>
              </a:spcBef>
              <a:spcAft>
                <a:spcPts val="0"/>
              </a:spcAft>
              <a:buClr>
                <a:schemeClr val="accent6"/>
              </a:buClr>
              <a:buSzPts val="2400"/>
              <a:buNone/>
            </a:pPr>
            <a:r>
              <a:rPr i="1" lang="en-US"/>
              <a:t>A. Nithisha, 160122737071</a:t>
            </a:r>
            <a:endParaRPr/>
          </a:p>
          <a:p>
            <a:pPr indent="0" lvl="0" marL="0" rtl="0" algn="ctr">
              <a:lnSpc>
                <a:spcPct val="100000"/>
              </a:lnSpc>
              <a:spcBef>
                <a:spcPts val="576"/>
              </a:spcBef>
              <a:spcAft>
                <a:spcPts val="0"/>
              </a:spcAft>
              <a:buClr>
                <a:schemeClr val="accent6"/>
              </a:buClr>
              <a:buSzPts val="2400"/>
              <a:buNone/>
            </a:pPr>
            <a:r>
              <a:rPr i="1" lang="en-US"/>
              <a:t>K. Varshitha , 160122737078</a:t>
            </a:r>
            <a:endParaRPr i="1"/>
          </a:p>
          <a:p>
            <a:pPr indent="0" lvl="0" marL="0" rtl="0" algn="ctr">
              <a:lnSpc>
                <a:spcPct val="100000"/>
              </a:lnSpc>
              <a:spcBef>
                <a:spcPts val="576"/>
              </a:spcBef>
              <a:spcAft>
                <a:spcPts val="0"/>
              </a:spcAft>
              <a:buClr>
                <a:schemeClr val="accent6"/>
              </a:buClr>
              <a:buSzPts val="2400"/>
              <a:buNone/>
            </a:pPr>
            <a:r>
              <a:t/>
            </a:r>
            <a:endParaRPr i="1"/>
          </a:p>
        </p:txBody>
      </p:sp>
      <p:sp>
        <p:nvSpPr>
          <p:cNvPr id="332" name="Google Shape;332;p10"/>
          <p:cNvSpPr txBox="1"/>
          <p:nvPr/>
        </p:nvSpPr>
        <p:spPr>
          <a:xfrm>
            <a:off x="-75461" y="640449"/>
            <a:ext cx="4169700" cy="667500"/>
          </a:xfrm>
          <a:prstGeom prst="rect">
            <a:avLst/>
          </a:prstGeom>
          <a:noFill/>
          <a:ln>
            <a:noFill/>
          </a:ln>
        </p:spPr>
        <p:txBody>
          <a:bodyPr anchorCtr="0" anchor="b" bIns="45700" lIns="91425" spcFirstLastPara="1" rIns="91425" wrap="square" tIns="0">
            <a:noAutofit/>
          </a:bodyPr>
          <a:lstStyle/>
          <a:p>
            <a:pPr indent="0" lvl="0" marL="0" marR="0" rtl="0" algn="ctr">
              <a:lnSpc>
                <a:spcPct val="110795"/>
              </a:lnSpc>
              <a:spcBef>
                <a:spcPts val="0"/>
              </a:spcBef>
              <a:spcAft>
                <a:spcPts val="0"/>
              </a:spcAft>
              <a:buClr>
                <a:srgbClr val="BB2529"/>
              </a:buClr>
              <a:buSzPts val="4400"/>
              <a:buFont typeface="Arial Black"/>
              <a:buNone/>
            </a:pPr>
            <a:r>
              <a:rPr b="1" i="0" lang="en-US" sz="4400" u="none" cap="none" strike="noStrike">
                <a:solidFill>
                  <a:srgbClr val="BB2529"/>
                </a:solidFill>
                <a:latin typeface="Arial Black"/>
                <a:ea typeface="Arial Black"/>
                <a:cs typeface="Arial Black"/>
                <a:sym typeface="Arial Black"/>
              </a:rPr>
              <a:t>QUERIES?</a:t>
            </a:r>
            <a:endParaRPr b="1" i="0" sz="4400" u="none" cap="none" strike="noStrike">
              <a:solidFill>
                <a:srgbClr val="BB2529"/>
              </a:solidFill>
              <a:latin typeface="Arial Black"/>
              <a:ea typeface="Arial Black"/>
              <a:cs typeface="Arial Black"/>
              <a:sym typeface="Arial Black"/>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